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21"/>
  </p:notesMasterIdLst>
  <p:sldIdLst>
    <p:sldId id="261" r:id="rId2"/>
    <p:sldId id="265" r:id="rId3"/>
    <p:sldId id="268" r:id="rId4"/>
    <p:sldId id="267" r:id="rId5"/>
    <p:sldId id="271" r:id="rId6"/>
    <p:sldId id="283" r:id="rId7"/>
    <p:sldId id="282" r:id="rId8"/>
    <p:sldId id="273" r:id="rId9"/>
    <p:sldId id="274" r:id="rId10"/>
    <p:sldId id="275" r:id="rId11"/>
    <p:sldId id="270" r:id="rId12"/>
    <p:sldId id="276" r:id="rId13"/>
    <p:sldId id="277" r:id="rId14"/>
    <p:sldId id="280" r:id="rId15"/>
    <p:sldId id="278" r:id="rId16"/>
    <p:sldId id="281" r:id="rId17"/>
    <p:sldId id="279" r:id="rId18"/>
    <p:sldId id="272" r:id="rId19"/>
    <p:sldId id="262"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E88693-99E9-4989-836A-DD9BD19D3B87}" v="51" dt="2026-04-02T02:23:03.2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9" d="100"/>
          <a:sy n="89" d="100"/>
        </p:scale>
        <p:origin x="466" y="8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ndra Yadav" userId="affd80ed6d953409" providerId="LiveId" clId="{A2941084-B15F-4E3E-B107-5370AD33A809}"/>
    <pc:docChg chg="undo custSel addSld delSld modSld">
      <pc:chgData name="Chandra Yadav" userId="affd80ed6d953409" providerId="LiveId" clId="{A2941084-B15F-4E3E-B107-5370AD33A809}" dt="2026-04-02T02:26:00.013" v="1094" actId="20577"/>
      <pc:docMkLst>
        <pc:docMk/>
      </pc:docMkLst>
      <pc:sldChg chg="modSp mod">
        <pc:chgData name="Chandra Yadav" userId="affd80ed6d953409" providerId="LiveId" clId="{A2941084-B15F-4E3E-B107-5370AD33A809}" dt="2026-04-02T02:26:00.013" v="1094" actId="20577"/>
        <pc:sldMkLst>
          <pc:docMk/>
          <pc:sldMk cId="3364838070" sldId="261"/>
        </pc:sldMkLst>
        <pc:spChg chg="mod">
          <ac:chgData name="Chandra Yadav" userId="affd80ed6d953409" providerId="LiveId" clId="{A2941084-B15F-4E3E-B107-5370AD33A809}" dt="2026-04-02T02:26:00.013" v="1094" actId="20577"/>
          <ac:spMkLst>
            <pc:docMk/>
            <pc:sldMk cId="3364838070" sldId="261"/>
            <ac:spMk id="2" creationId="{D6A7DFAB-946D-4828-BEB0-01F20722E9B4}"/>
          </ac:spMkLst>
        </pc:spChg>
      </pc:sldChg>
      <pc:sldChg chg="modSp mod">
        <pc:chgData name="Chandra Yadav" userId="affd80ed6d953409" providerId="LiveId" clId="{A2941084-B15F-4E3E-B107-5370AD33A809}" dt="2026-04-02T02:14:34.026" v="809" actId="20577"/>
        <pc:sldMkLst>
          <pc:docMk/>
          <pc:sldMk cId="3599880621" sldId="265"/>
        </pc:sldMkLst>
        <pc:spChg chg="mod">
          <ac:chgData name="Chandra Yadav" userId="affd80ed6d953409" providerId="LiveId" clId="{A2941084-B15F-4E3E-B107-5370AD33A809}" dt="2026-04-02T02:14:34.026" v="809" actId="20577"/>
          <ac:spMkLst>
            <pc:docMk/>
            <pc:sldMk cId="3599880621" sldId="265"/>
            <ac:spMk id="3" creationId="{00000000-0000-0000-0000-000000000000}"/>
          </ac:spMkLst>
        </pc:spChg>
      </pc:sldChg>
      <pc:sldChg chg="modSp mod">
        <pc:chgData name="Chandra Yadav" userId="affd80ed6d953409" providerId="LiveId" clId="{A2941084-B15F-4E3E-B107-5370AD33A809}" dt="2026-04-02T01:47:27.624" v="23" actId="948"/>
        <pc:sldMkLst>
          <pc:docMk/>
          <pc:sldMk cId="1539429698" sldId="267"/>
        </pc:sldMkLst>
        <pc:spChg chg="mod">
          <ac:chgData name="Chandra Yadav" userId="affd80ed6d953409" providerId="LiveId" clId="{A2941084-B15F-4E3E-B107-5370AD33A809}" dt="2026-04-02T01:47:27.624" v="23" actId="948"/>
          <ac:spMkLst>
            <pc:docMk/>
            <pc:sldMk cId="1539429698" sldId="267"/>
            <ac:spMk id="3" creationId="{5027CD71-4DED-062D-3C84-616E8EC869F1}"/>
          </ac:spMkLst>
        </pc:spChg>
      </pc:sldChg>
      <pc:sldChg chg="modSp mod">
        <pc:chgData name="Chandra Yadav" userId="affd80ed6d953409" providerId="LiveId" clId="{A2941084-B15F-4E3E-B107-5370AD33A809}" dt="2026-04-02T01:45:21.072" v="18" actId="20577"/>
        <pc:sldMkLst>
          <pc:docMk/>
          <pc:sldMk cId="1120485998" sldId="268"/>
        </pc:sldMkLst>
        <pc:spChg chg="mod">
          <ac:chgData name="Chandra Yadav" userId="affd80ed6d953409" providerId="LiveId" clId="{A2941084-B15F-4E3E-B107-5370AD33A809}" dt="2026-04-02T01:45:21.072" v="18" actId="20577"/>
          <ac:spMkLst>
            <pc:docMk/>
            <pc:sldMk cId="1120485998" sldId="268"/>
            <ac:spMk id="3" creationId="{2DD208CC-8C47-0952-8DCE-37CEBC14DAD2}"/>
          </ac:spMkLst>
        </pc:spChg>
      </pc:sldChg>
      <pc:sldChg chg="modSp add del mod">
        <pc:chgData name="Chandra Yadav" userId="affd80ed6d953409" providerId="LiveId" clId="{A2941084-B15F-4E3E-B107-5370AD33A809}" dt="2026-04-02T02:02:26.983" v="355" actId="2696"/>
        <pc:sldMkLst>
          <pc:docMk/>
          <pc:sldMk cId="155203515" sldId="269"/>
        </pc:sldMkLst>
        <pc:spChg chg="mod">
          <ac:chgData name="Chandra Yadav" userId="affd80ed6d953409" providerId="LiveId" clId="{A2941084-B15F-4E3E-B107-5370AD33A809}" dt="2026-04-02T02:02:20.080" v="354" actId="21"/>
          <ac:spMkLst>
            <pc:docMk/>
            <pc:sldMk cId="155203515" sldId="269"/>
            <ac:spMk id="2" creationId="{B6B66BDB-695D-DC77-447E-744294A830F1}"/>
          </ac:spMkLst>
        </pc:spChg>
      </pc:sldChg>
      <pc:sldChg chg="addSp delSp modSp del mod">
        <pc:chgData name="Chandra Yadav" userId="affd80ed6d953409" providerId="LiveId" clId="{A2941084-B15F-4E3E-B107-5370AD33A809}" dt="2026-04-02T02:02:01.330" v="351" actId="2696"/>
        <pc:sldMkLst>
          <pc:docMk/>
          <pc:sldMk cId="364641233" sldId="269"/>
        </pc:sldMkLst>
        <pc:spChg chg="add mod">
          <ac:chgData name="Chandra Yadav" userId="affd80ed6d953409" providerId="LiveId" clId="{A2941084-B15F-4E3E-B107-5370AD33A809}" dt="2026-04-02T01:55:25.156" v="119"/>
          <ac:spMkLst>
            <pc:docMk/>
            <pc:sldMk cId="364641233" sldId="269"/>
            <ac:spMk id="4" creationId="{4BD76D80-2494-EC88-03B2-BAB652BB8B50}"/>
          </ac:spMkLst>
        </pc:spChg>
        <pc:spChg chg="add del mod">
          <ac:chgData name="Chandra Yadav" userId="affd80ed6d953409" providerId="LiveId" clId="{A2941084-B15F-4E3E-B107-5370AD33A809}" dt="2026-04-02T01:55:37.728" v="155"/>
          <ac:spMkLst>
            <pc:docMk/>
            <pc:sldMk cId="364641233" sldId="269"/>
            <ac:spMk id="6" creationId="{00000000-0000-0000-0000-000000000000}"/>
          </ac:spMkLst>
        </pc:spChg>
        <pc:spChg chg="mod">
          <ac:chgData name="Chandra Yadav" userId="affd80ed6d953409" providerId="LiveId" clId="{A2941084-B15F-4E3E-B107-5370AD33A809}" dt="2026-04-02T02:00:14.957" v="343" actId="20577"/>
          <ac:spMkLst>
            <pc:docMk/>
            <pc:sldMk cId="364641233" sldId="269"/>
            <ac:spMk id="7" creationId="{00000000-0000-0000-0000-000000000000}"/>
          </ac:spMkLst>
        </pc:spChg>
        <pc:spChg chg="add mod">
          <ac:chgData name="Chandra Yadav" userId="affd80ed6d953409" providerId="LiveId" clId="{A2941084-B15F-4E3E-B107-5370AD33A809}" dt="2026-04-02T01:56:49.225" v="164" actId="255"/>
          <ac:spMkLst>
            <pc:docMk/>
            <pc:sldMk cId="364641233" sldId="269"/>
            <ac:spMk id="8" creationId="{1AAFD300-788F-EC87-E561-4831366C0D79}"/>
          </ac:spMkLst>
        </pc:spChg>
        <pc:spChg chg="add">
          <ac:chgData name="Chandra Yadav" userId="affd80ed6d953409" providerId="LiveId" clId="{A2941084-B15F-4E3E-B107-5370AD33A809}" dt="2026-04-02T01:57:17.116" v="166"/>
          <ac:spMkLst>
            <pc:docMk/>
            <pc:sldMk cId="364641233" sldId="269"/>
            <ac:spMk id="9" creationId="{08A27F87-1F0B-20E2-E06D-3C49AAA78406}"/>
          </ac:spMkLst>
        </pc:spChg>
        <pc:spChg chg="add">
          <ac:chgData name="Chandra Yadav" userId="affd80ed6d953409" providerId="LiveId" clId="{A2941084-B15F-4E3E-B107-5370AD33A809}" dt="2026-04-02T01:57:26.436" v="168"/>
          <ac:spMkLst>
            <pc:docMk/>
            <pc:sldMk cId="364641233" sldId="269"/>
            <ac:spMk id="10" creationId="{D1A8D440-D20A-4CD4-8850-E429D1E46DB8}"/>
          </ac:spMkLst>
        </pc:spChg>
        <pc:spChg chg="add mod">
          <ac:chgData name="Chandra Yadav" userId="affd80ed6d953409" providerId="LiveId" clId="{A2941084-B15F-4E3E-B107-5370AD33A809}" dt="2026-04-02T01:57:34.967" v="170"/>
          <ac:spMkLst>
            <pc:docMk/>
            <pc:sldMk cId="364641233" sldId="269"/>
            <ac:spMk id="11" creationId="{6F5DC0DD-F26D-278F-09E1-CF3164BE51B6}"/>
          </ac:spMkLst>
        </pc:spChg>
        <pc:spChg chg="add">
          <ac:chgData name="Chandra Yadav" userId="affd80ed6d953409" providerId="LiveId" clId="{A2941084-B15F-4E3E-B107-5370AD33A809}" dt="2026-04-02T01:58:21.808" v="171"/>
          <ac:spMkLst>
            <pc:docMk/>
            <pc:sldMk cId="364641233" sldId="269"/>
            <ac:spMk id="12" creationId="{9A7C4EAB-9010-71B4-C3A3-FEC950900ECE}"/>
          </ac:spMkLst>
        </pc:spChg>
      </pc:sldChg>
      <pc:sldChg chg="add del">
        <pc:chgData name="Chandra Yadav" userId="affd80ed6d953409" providerId="LiveId" clId="{A2941084-B15F-4E3E-B107-5370AD33A809}" dt="2026-04-02T02:02:37.274" v="357" actId="2696"/>
        <pc:sldMkLst>
          <pc:docMk/>
          <pc:sldMk cId="1640072049" sldId="269"/>
        </pc:sldMkLst>
      </pc:sldChg>
      <pc:sldChg chg="modSp mod">
        <pc:chgData name="Chandra Yadav" userId="affd80ed6d953409" providerId="LiveId" clId="{A2941084-B15F-4E3E-B107-5370AD33A809}" dt="2026-04-02T01:51:40.081" v="116" actId="948"/>
        <pc:sldMkLst>
          <pc:docMk/>
          <pc:sldMk cId="3228292233" sldId="271"/>
        </pc:sldMkLst>
        <pc:spChg chg="mod">
          <ac:chgData name="Chandra Yadav" userId="affd80ed6d953409" providerId="LiveId" clId="{A2941084-B15F-4E3E-B107-5370AD33A809}" dt="2026-04-02T01:51:40.081" v="116" actId="948"/>
          <ac:spMkLst>
            <pc:docMk/>
            <pc:sldMk cId="3228292233" sldId="271"/>
            <ac:spMk id="3" creationId="{BAE560B8-8A83-F98E-473A-48202ECDAC55}"/>
          </ac:spMkLst>
        </pc:spChg>
      </pc:sldChg>
      <pc:sldChg chg="addSp delSp modSp mod">
        <pc:chgData name="Chandra Yadav" userId="affd80ed6d953409" providerId="LiveId" clId="{A2941084-B15F-4E3E-B107-5370AD33A809}" dt="2026-04-02T02:23:33.893" v="997" actId="12"/>
        <pc:sldMkLst>
          <pc:docMk/>
          <pc:sldMk cId="2321197430" sldId="272"/>
        </pc:sldMkLst>
        <pc:spChg chg="add del mod">
          <ac:chgData name="Chandra Yadav" userId="affd80ed6d953409" providerId="LiveId" clId="{A2941084-B15F-4E3E-B107-5370AD33A809}" dt="2026-04-02T02:23:33.893" v="997" actId="12"/>
          <ac:spMkLst>
            <pc:docMk/>
            <pc:sldMk cId="2321197430" sldId="272"/>
            <ac:spMk id="3" creationId="{ECA04C20-7964-EA35-4EBF-DAD15397C55A}"/>
          </ac:spMkLst>
        </pc:spChg>
        <pc:spChg chg="add mod">
          <ac:chgData name="Chandra Yadav" userId="affd80ed6d953409" providerId="LiveId" clId="{A2941084-B15F-4E3E-B107-5370AD33A809}" dt="2026-04-02T02:18:07.215" v="827"/>
          <ac:spMkLst>
            <pc:docMk/>
            <pc:sldMk cId="2321197430" sldId="272"/>
            <ac:spMk id="4" creationId="{77F9799F-1EC5-9240-7323-E7F91564CAC2}"/>
          </ac:spMkLst>
        </pc:spChg>
        <pc:spChg chg="add">
          <ac:chgData name="Chandra Yadav" userId="affd80ed6d953409" providerId="LiveId" clId="{A2941084-B15F-4E3E-B107-5370AD33A809}" dt="2026-04-02T02:18:51.208" v="832"/>
          <ac:spMkLst>
            <pc:docMk/>
            <pc:sldMk cId="2321197430" sldId="272"/>
            <ac:spMk id="5" creationId="{157B507B-BD8E-063F-AADA-28615ECE60EE}"/>
          </ac:spMkLst>
        </pc:spChg>
        <pc:spChg chg="add">
          <ac:chgData name="Chandra Yadav" userId="affd80ed6d953409" providerId="LiveId" clId="{A2941084-B15F-4E3E-B107-5370AD33A809}" dt="2026-04-02T02:19:26.429" v="836"/>
          <ac:spMkLst>
            <pc:docMk/>
            <pc:sldMk cId="2321197430" sldId="272"/>
            <ac:spMk id="6" creationId="{591CB1A1-03C0-2C9E-9BC8-A03E42E6A777}"/>
          </ac:spMkLst>
        </pc:spChg>
        <pc:spChg chg="add">
          <ac:chgData name="Chandra Yadav" userId="affd80ed6d953409" providerId="LiveId" clId="{A2941084-B15F-4E3E-B107-5370AD33A809}" dt="2026-04-02T02:19:43.992" v="837"/>
          <ac:spMkLst>
            <pc:docMk/>
            <pc:sldMk cId="2321197430" sldId="272"/>
            <ac:spMk id="7" creationId="{DA8EAB29-2A17-0987-E9A9-F199BFFBCB28}"/>
          </ac:spMkLst>
        </pc:spChg>
      </pc:sldChg>
      <pc:sldChg chg="modSp mod">
        <pc:chgData name="Chandra Yadav" userId="affd80ed6d953409" providerId="LiveId" clId="{A2941084-B15F-4E3E-B107-5370AD33A809}" dt="2026-04-02T02:14:58.913" v="811" actId="14100"/>
        <pc:sldMkLst>
          <pc:docMk/>
          <pc:sldMk cId="2487151580" sldId="279"/>
        </pc:sldMkLst>
        <pc:picChg chg="mod">
          <ac:chgData name="Chandra Yadav" userId="affd80ed6d953409" providerId="LiveId" clId="{A2941084-B15F-4E3E-B107-5370AD33A809}" dt="2026-04-02T02:14:58.913" v="811" actId="14100"/>
          <ac:picMkLst>
            <pc:docMk/>
            <pc:sldMk cId="2487151580" sldId="279"/>
            <ac:picMk id="7" creationId="{F51DD3F9-57EB-A8E7-7CAD-76B3AF2ACF3A}"/>
          </ac:picMkLst>
        </pc:picChg>
      </pc:sldChg>
      <pc:sldChg chg="modSp mod">
        <pc:chgData name="Chandra Yadav" userId="affd80ed6d953409" providerId="LiveId" clId="{A2941084-B15F-4E3E-B107-5370AD33A809}" dt="2026-04-01T16:53:06.617" v="8" actId="14100"/>
        <pc:sldMkLst>
          <pc:docMk/>
          <pc:sldMk cId="2778349214" sldId="280"/>
        </pc:sldMkLst>
        <pc:spChg chg="mod">
          <ac:chgData name="Chandra Yadav" userId="affd80ed6d953409" providerId="LiveId" clId="{A2941084-B15F-4E3E-B107-5370AD33A809}" dt="2026-04-01T16:52:34.504" v="5" actId="255"/>
          <ac:spMkLst>
            <pc:docMk/>
            <pc:sldMk cId="2778349214" sldId="280"/>
            <ac:spMk id="2" creationId="{52EEBCD8-273E-3F9C-3964-2194FC2CF3D4}"/>
          </ac:spMkLst>
        </pc:spChg>
        <pc:picChg chg="mod">
          <ac:chgData name="Chandra Yadav" userId="affd80ed6d953409" providerId="LiveId" clId="{A2941084-B15F-4E3E-B107-5370AD33A809}" dt="2026-04-01T16:53:06.617" v="8" actId="14100"/>
          <ac:picMkLst>
            <pc:docMk/>
            <pc:sldMk cId="2778349214" sldId="280"/>
            <ac:picMk id="5" creationId="{CE240AC3-C51E-1452-6457-AD38E9A72FA7}"/>
          </ac:picMkLst>
        </pc:picChg>
      </pc:sldChg>
      <pc:sldChg chg="modSp mod">
        <pc:chgData name="Chandra Yadav" userId="affd80ed6d953409" providerId="LiveId" clId="{A2941084-B15F-4E3E-B107-5370AD33A809}" dt="2026-04-01T16:53:25.458" v="10" actId="14100"/>
        <pc:sldMkLst>
          <pc:docMk/>
          <pc:sldMk cId="4167062996" sldId="281"/>
        </pc:sldMkLst>
        <pc:spChg chg="mod">
          <ac:chgData name="Chandra Yadav" userId="affd80ed6d953409" providerId="LiveId" clId="{A2941084-B15F-4E3E-B107-5370AD33A809}" dt="2026-04-01T16:51:57.316" v="3" actId="255"/>
          <ac:spMkLst>
            <pc:docMk/>
            <pc:sldMk cId="4167062996" sldId="281"/>
            <ac:spMk id="2" creationId="{A2DAF5B4-6B74-5DB5-1B91-4D6EB7AE7A7D}"/>
          </ac:spMkLst>
        </pc:spChg>
        <pc:picChg chg="mod">
          <ac:chgData name="Chandra Yadav" userId="affd80ed6d953409" providerId="LiveId" clId="{A2941084-B15F-4E3E-B107-5370AD33A809}" dt="2026-04-01T16:53:25.458" v="10" actId="14100"/>
          <ac:picMkLst>
            <pc:docMk/>
            <pc:sldMk cId="4167062996" sldId="281"/>
            <ac:picMk id="5" creationId="{E7229D64-4E27-BC66-40FA-A67F628EA43F}"/>
          </ac:picMkLst>
        </pc:picChg>
      </pc:sldChg>
      <pc:sldChg chg="addSp delSp modSp new mod">
        <pc:chgData name="Chandra Yadav" userId="affd80ed6d953409" providerId="LiveId" clId="{A2941084-B15F-4E3E-B107-5370AD33A809}" dt="2026-04-02T02:24:31.610" v="1001" actId="12"/>
        <pc:sldMkLst>
          <pc:docMk/>
          <pc:sldMk cId="1723524809" sldId="282"/>
        </pc:sldMkLst>
        <pc:spChg chg="mod">
          <ac:chgData name="Chandra Yadav" userId="affd80ed6d953409" providerId="LiveId" clId="{A2941084-B15F-4E3E-B107-5370AD33A809}" dt="2026-04-02T02:00:06.784" v="342" actId="20577"/>
          <ac:spMkLst>
            <pc:docMk/>
            <pc:sldMk cId="1723524809" sldId="282"/>
            <ac:spMk id="2" creationId="{049188DE-E4FF-F2D1-461D-AEA4099DAA81}"/>
          </ac:spMkLst>
        </pc:spChg>
        <pc:spChg chg="del">
          <ac:chgData name="Chandra Yadav" userId="affd80ed6d953409" providerId="LiveId" clId="{A2941084-B15F-4E3E-B107-5370AD33A809}" dt="2026-04-02T02:00:32.799" v="344"/>
          <ac:spMkLst>
            <pc:docMk/>
            <pc:sldMk cId="1723524809" sldId="282"/>
            <ac:spMk id="3" creationId="{590722C8-36F5-A47D-1CF0-1E9BED06C147}"/>
          </ac:spMkLst>
        </pc:spChg>
        <pc:spChg chg="add mod">
          <ac:chgData name="Chandra Yadav" userId="affd80ed6d953409" providerId="LiveId" clId="{A2941084-B15F-4E3E-B107-5370AD33A809}" dt="2026-04-02T02:24:31.610" v="1001" actId="12"/>
          <ac:spMkLst>
            <pc:docMk/>
            <pc:sldMk cId="1723524809" sldId="282"/>
            <ac:spMk id="4" creationId="{144AF9C8-B930-740F-7B5B-2B94420D1570}"/>
          </ac:spMkLst>
        </pc:spChg>
      </pc:sldChg>
      <pc:sldChg chg="addSp modSp new mod">
        <pc:chgData name="Chandra Yadav" userId="affd80ed6d953409" providerId="LiveId" clId="{A2941084-B15F-4E3E-B107-5370AD33A809}" dt="2026-04-02T02:11:15.400" v="716" actId="5793"/>
        <pc:sldMkLst>
          <pc:docMk/>
          <pc:sldMk cId="3255790748" sldId="283"/>
        </pc:sldMkLst>
        <pc:spChg chg="mod">
          <ac:chgData name="Chandra Yadav" userId="affd80ed6d953409" providerId="LiveId" clId="{A2941084-B15F-4E3E-B107-5370AD33A809}" dt="2026-04-02T02:04:01.326" v="411" actId="20577"/>
          <ac:spMkLst>
            <pc:docMk/>
            <pc:sldMk cId="3255790748" sldId="283"/>
            <ac:spMk id="2" creationId="{87BDF628-D40A-6C5F-5F44-DEE9379E60F6}"/>
          </ac:spMkLst>
        </pc:spChg>
        <pc:spChg chg="mod">
          <ac:chgData name="Chandra Yadav" userId="affd80ed6d953409" providerId="LiveId" clId="{A2941084-B15F-4E3E-B107-5370AD33A809}" dt="2026-04-02T02:11:15.400" v="716" actId="5793"/>
          <ac:spMkLst>
            <pc:docMk/>
            <pc:sldMk cId="3255790748" sldId="283"/>
            <ac:spMk id="3" creationId="{8BFDAC71-16D6-7180-5C88-A7FD59811178}"/>
          </ac:spMkLst>
        </pc:spChg>
        <pc:spChg chg="add">
          <ac:chgData name="Chandra Yadav" userId="affd80ed6d953409" providerId="LiveId" clId="{A2941084-B15F-4E3E-B107-5370AD33A809}" dt="2026-04-02T02:05:34.353" v="438"/>
          <ac:spMkLst>
            <pc:docMk/>
            <pc:sldMk cId="3255790748" sldId="283"/>
            <ac:spMk id="4" creationId="{F5BDE3AE-F947-08E5-BC4D-14403AD1A2B7}"/>
          </ac:spMkLst>
        </pc:spChg>
        <pc:spChg chg="add">
          <ac:chgData name="Chandra Yadav" userId="affd80ed6d953409" providerId="LiveId" clId="{A2941084-B15F-4E3E-B107-5370AD33A809}" dt="2026-04-02T02:06:04.561" v="441"/>
          <ac:spMkLst>
            <pc:docMk/>
            <pc:sldMk cId="3255790748" sldId="283"/>
            <ac:spMk id="5" creationId="{4BD531C6-DA96-B76E-9D03-26C61F9D04E5}"/>
          </ac:spMkLst>
        </pc:spChg>
        <pc:spChg chg="add">
          <ac:chgData name="Chandra Yadav" userId="affd80ed6d953409" providerId="LiveId" clId="{A2941084-B15F-4E3E-B107-5370AD33A809}" dt="2026-04-02T02:06:24.737" v="444"/>
          <ac:spMkLst>
            <pc:docMk/>
            <pc:sldMk cId="3255790748" sldId="283"/>
            <ac:spMk id="6" creationId="{F4DE91C2-24AC-B64D-7741-BFC67A1DC724}"/>
          </ac:spMkLst>
        </pc:spChg>
        <pc:spChg chg="add">
          <ac:chgData name="Chandra Yadav" userId="affd80ed6d953409" providerId="LiveId" clId="{A2941084-B15F-4E3E-B107-5370AD33A809}" dt="2026-04-02T02:06:53.576" v="447"/>
          <ac:spMkLst>
            <pc:docMk/>
            <pc:sldMk cId="3255790748" sldId="283"/>
            <ac:spMk id="7" creationId="{E8AA4879-64A9-FBC7-C858-9F6973B2CBC2}"/>
          </ac:spMkLst>
        </pc:spChg>
        <pc:spChg chg="add">
          <ac:chgData name="Chandra Yadav" userId="affd80ed6d953409" providerId="LiveId" clId="{A2941084-B15F-4E3E-B107-5370AD33A809}" dt="2026-04-02T02:07:24.981" v="452"/>
          <ac:spMkLst>
            <pc:docMk/>
            <pc:sldMk cId="3255790748" sldId="283"/>
            <ac:spMk id="8" creationId="{4FF335A9-AD15-2E2F-2230-1DDC60FFADB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6470D9-86E7-40E0-A85C-BB07003FA9F4}" type="datetimeFigureOut">
              <a:rPr lang="en-IN" smtClean="0"/>
              <a:t>02-04-2026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9EC558-CB37-4D9F-A514-05C9DD243FEC}" type="slidenum">
              <a:rPr lang="en-IN" smtClean="0"/>
              <a:t>‹#›</a:t>
            </a:fld>
            <a:endParaRPr lang="en-IN"/>
          </a:p>
        </p:txBody>
      </p:sp>
    </p:spTree>
    <p:extLst>
      <p:ext uri="{BB962C8B-B14F-4D97-AF65-F5344CB8AC3E}">
        <p14:creationId xmlns:p14="http://schemas.microsoft.com/office/powerpoint/2010/main" val="7972144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371601"/>
            <a:ext cx="104648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914400" y="3505200"/>
            <a:ext cx="85344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13A6A79-D85F-4D25-B5FC-3B5D6704A7FD}" type="datetimeFigureOut">
              <a:rPr lang="en-IN" smtClean="0"/>
              <a:t>02-04-2026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cxnSp>
        <p:nvCxnSpPr>
          <p:cNvPr id="8" name="Straight Connector 7"/>
          <p:cNvCxnSpPr/>
          <p:nvPr/>
        </p:nvCxnSpPr>
        <p:spPr>
          <a:xfrm>
            <a:off x="914400" y="3398520"/>
            <a:ext cx="104648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3A6A79-D85F-4D25-B5FC-3B5D6704A7FD}" type="datetimeFigureOut">
              <a:rPr lang="en-IN" smtClean="0"/>
              <a:t>02-04-2026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63084" y="2362201"/>
            <a:ext cx="103632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963084" y="4626865"/>
            <a:ext cx="103632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3A6A79-D85F-4D25-B5FC-3B5D6704A7FD}" type="datetimeFigureOut">
              <a:rPr lang="en-IN" smtClean="0"/>
              <a:t>02-04-2026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cxnSp>
        <p:nvCxnSpPr>
          <p:cNvPr id="7" name="Straight Connector 6"/>
          <p:cNvCxnSpPr/>
          <p:nvPr/>
        </p:nvCxnSpPr>
        <p:spPr>
          <a:xfrm>
            <a:off x="975360" y="4599432"/>
            <a:ext cx="104648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73352"/>
            <a:ext cx="53848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673352"/>
            <a:ext cx="53848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13A6A79-D85F-4D25-B5FC-3B5D6704A7FD}" type="datetimeFigureOut">
              <a:rPr lang="en-IN" smtClean="0"/>
              <a:t>02-04-2026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600" y="1676400"/>
            <a:ext cx="524256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438400"/>
            <a:ext cx="52425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39840" y="1676400"/>
            <a:ext cx="524256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39840" y="2438400"/>
            <a:ext cx="52425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13A6A79-D85F-4D25-B5FC-3B5D6704A7FD}" type="datetimeFigureOut">
              <a:rPr lang="en-IN" smtClean="0"/>
              <a:t>02-04-2026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B3DA358-1224-4AAF-A557-330CB2F189CB}" type="slidenum">
              <a:rPr lang="en-IN" smtClean="0"/>
              <a:t>‹#›</a:t>
            </a:fld>
            <a:endParaRPr lang="en-IN"/>
          </a:p>
        </p:txBody>
      </p:sp>
      <p:cxnSp>
        <p:nvCxnSpPr>
          <p:cNvPr id="11" name="Straight Connector 10"/>
          <p:cNvCxnSpPr/>
          <p:nvPr/>
        </p:nvCxnSpPr>
        <p:spPr>
          <a:xfrm rot="5400000">
            <a:off x="3741949" y="4045691"/>
            <a:ext cx="4709160" cy="1059"/>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13A6A79-D85F-4D25-B5FC-3B5D6704A7FD}" type="datetimeFigureOut">
              <a:rPr lang="en-IN" smtClean="0"/>
              <a:t>02-04-2026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3A6A79-D85F-4D25-B5FC-3B5D6704A7FD}" type="datetimeFigureOut">
              <a:rPr lang="en-IN" smtClean="0"/>
              <a:t>02-04-2026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792080"/>
            <a:ext cx="2852928"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962400" y="792080"/>
            <a:ext cx="7620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601" y="2130553"/>
            <a:ext cx="2852928"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13A6A79-D85F-4D25-B5FC-3B5D6704A7FD}" type="datetimeFigureOut">
              <a:rPr lang="en-IN" smtClean="0"/>
              <a:t>02-04-2026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3DA358-1224-4AAF-A557-330CB2F189CB}" type="slidenum">
              <a:rPr lang="en-IN" smtClean="0"/>
              <a:t>‹#›</a:t>
            </a:fld>
            <a:endParaRPr lang="en-IN"/>
          </a:p>
        </p:txBody>
      </p:sp>
      <p:cxnSp>
        <p:nvCxnSpPr>
          <p:cNvPr id="9" name="Straight Connector 8"/>
          <p:cNvCxnSpPr/>
          <p:nvPr/>
        </p:nvCxnSpPr>
        <p:spPr>
          <a:xfrm rot="5400000">
            <a:off x="912152" y="3579942"/>
            <a:ext cx="5577840" cy="2117"/>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792480"/>
            <a:ext cx="2856907"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3811480" y="838201"/>
            <a:ext cx="787252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09600" y="2133600"/>
            <a:ext cx="2852928"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13A6A79-D85F-4D25-B5FC-3B5D6704A7FD}" type="datetimeFigureOut">
              <a:rPr lang="en-IN" smtClean="0"/>
              <a:t>02-04-2026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3A6A79-D85F-4D25-B5FC-3B5D6704A7FD}" type="datetimeFigureOut">
              <a:rPr lang="en-IN" smtClean="0"/>
              <a:t>02-04-2026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609600"/>
            <a:ext cx="27432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609600" y="609600"/>
            <a:ext cx="80264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3A6A79-D85F-4D25-B5FC-3B5D6704A7FD}" type="datetimeFigureOut">
              <a:rPr lang="en-IN" smtClean="0"/>
              <a:t>02-04-2026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12192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09600" y="533400"/>
            <a:ext cx="109728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600200"/>
            <a:ext cx="109728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12192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609600" y="18288"/>
            <a:ext cx="3860800" cy="329184"/>
          </a:xfrm>
          <a:prstGeom prst="rect">
            <a:avLst/>
          </a:prstGeom>
        </p:spPr>
        <p:txBody>
          <a:bodyPr vert="horz" lIns="91440" tIns="45720" rIns="91440" bIns="45720" rtlCol="0" anchor="ctr"/>
          <a:lstStyle>
            <a:lvl1pPr algn="l">
              <a:defRPr sz="1200">
                <a:solidFill>
                  <a:srgbClr val="FFFFFF"/>
                </a:solidFill>
              </a:defRPr>
            </a:lvl1pPr>
          </a:lstStyle>
          <a:p>
            <a:fld id="{413A6A79-D85F-4D25-B5FC-3B5D6704A7FD}" type="datetimeFigureOut">
              <a:rPr lang="en-IN" smtClean="0"/>
              <a:t>02-04-2026</a:t>
            </a:fld>
            <a:endParaRPr lang="en-IN"/>
          </a:p>
        </p:txBody>
      </p:sp>
      <p:sp>
        <p:nvSpPr>
          <p:cNvPr id="5" name="Footer Placeholder 4"/>
          <p:cNvSpPr>
            <a:spLocks noGrp="1"/>
          </p:cNvSpPr>
          <p:nvPr>
            <p:ph type="ftr" sz="quarter" idx="3"/>
          </p:nvPr>
        </p:nvSpPr>
        <p:spPr>
          <a:xfrm>
            <a:off x="4572000" y="18288"/>
            <a:ext cx="5486400" cy="329184"/>
          </a:xfrm>
          <a:prstGeom prst="rect">
            <a:avLst/>
          </a:prstGeom>
        </p:spPr>
        <p:txBody>
          <a:bodyPr vert="horz" lIns="91440" tIns="45720" rIns="91440" bIns="45720" rtlCol="0" anchor="ctr"/>
          <a:lstStyle>
            <a:lvl1pPr algn="ctr">
              <a:defRPr sz="1200">
                <a:solidFill>
                  <a:srgbClr val="FFFFFF"/>
                </a:solidFill>
              </a:defRPr>
            </a:lvl1pPr>
          </a:lstStyle>
          <a:p>
            <a:endParaRPr lang="en-IN"/>
          </a:p>
        </p:txBody>
      </p:sp>
      <p:sp>
        <p:nvSpPr>
          <p:cNvPr id="6" name="Slide Number Placeholder 5"/>
          <p:cNvSpPr>
            <a:spLocks noGrp="1"/>
          </p:cNvSpPr>
          <p:nvPr>
            <p:ph type="sldNum" sz="quarter" idx="4"/>
          </p:nvPr>
        </p:nvSpPr>
        <p:spPr>
          <a:xfrm>
            <a:off x="10160000" y="18288"/>
            <a:ext cx="1422400" cy="329184"/>
          </a:xfrm>
          <a:prstGeom prst="rect">
            <a:avLst/>
          </a:prstGeom>
        </p:spPr>
        <p:txBody>
          <a:bodyPr vert="horz" lIns="91440" tIns="45720" rIns="91440" bIns="45720" rtlCol="0" anchor="ctr"/>
          <a:lstStyle>
            <a:lvl1pPr algn="l">
              <a:defRPr sz="1400" b="1">
                <a:solidFill>
                  <a:srgbClr val="FFFFFF"/>
                </a:solidFill>
              </a:defRPr>
            </a:lvl1pPr>
          </a:lstStyle>
          <a:p>
            <a:fld id="{9B3DA358-1224-4AAF-A557-330CB2F189CB}"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mallareddyuniversity.ac.in/" TargetMode="External"/><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7DFAB-946D-4828-BEB0-01F20722E9B4}"/>
              </a:ext>
            </a:extLst>
          </p:cNvPr>
          <p:cNvSpPr>
            <a:spLocks noGrp="1"/>
          </p:cNvSpPr>
          <p:nvPr>
            <p:ph type="title"/>
          </p:nvPr>
        </p:nvSpPr>
        <p:spPr>
          <a:xfrm>
            <a:off x="92597" y="97654"/>
            <a:ext cx="12014522" cy="6661960"/>
          </a:xfrm>
        </p:spPr>
        <p:txBody>
          <a:bodyPr>
            <a:normAutofit/>
          </a:bodyPr>
          <a:lstStyle/>
          <a:p>
            <a:pPr marR="441960">
              <a:spcBef>
                <a:spcPts val="445"/>
              </a:spcBef>
              <a:spcAft>
                <a:spcPts val="0"/>
              </a:spcAft>
            </a:pPr>
            <a:r>
              <a:rPr lang="en-US" sz="1800" b="1"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br>
              <a:rPr lang="en-IN" sz="1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br>
            <a:br>
              <a:rPr lang="en-IN" sz="1800" b="1"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br>
            <a:r>
              <a:rPr lang="en-IN" sz="2000" b="1" cap="none"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br>
              <a:rPr lang="en-IN" sz="2000" b="1" cap="none"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br>
            <a:r>
              <a:rPr lang="en-IN" sz="2000" b="1" dirty="0">
                <a:solidFill>
                  <a:schemeClr val="tx1"/>
                </a:solidFill>
                <a:latin typeface="Calibri" panose="020F0502020204030204" pitchFamily="34" charset="0"/>
                <a:ea typeface="Times New Roman" panose="02020603050405020304" pitchFamily="18" charset="0"/>
                <a:cs typeface="Calibri" panose="020F0502020204030204" pitchFamily="34" charset="0"/>
              </a:rPr>
              <a:t>				         </a:t>
            </a:r>
            <a:r>
              <a:rPr lang="en-US" sz="1800" b="1" cap="none"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Department of Computer Science </a:t>
            </a:r>
            <a:r>
              <a:rPr lang="en-US" sz="18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&amp;</a:t>
            </a:r>
            <a:r>
              <a:rPr lang="en-US" sz="1800" b="1" cap="none"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Engineering</a:t>
            </a:r>
            <a:br>
              <a:rPr lang="en-US" sz="1800" b="1" cap="none"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br>
            <a:b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b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8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Global Ground Water &amp; Water Stress Analysis</a:t>
            </a:r>
            <a:br>
              <a:rPr lang="en-US" sz="1800" b="1" cap="non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br>
              <a:rPr lang="en-IN" sz="1800" b="1" cap="non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IN"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br>
              <a:rPr lang="en-IN"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IN" sz="1800" b="1" cap="non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Batch no. 02</a:t>
            </a:r>
            <a:b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1. 2411CS010039 – A. THWISHIKA</a:t>
            </a:r>
            <a:b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2. 2411CS010088 – B. TEJASWINI</a:t>
            </a:r>
            <a:b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3. 2411CS010142 – D. CHANDRA</a:t>
            </a:r>
            <a:b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4. 2411CS010155 – E. AKSHAY KUMAR</a:t>
            </a:r>
            <a:b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br>
              <a:rPr lang="en-IN" sz="1800" b="1" cap="none"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br>
              <a:rPr lang="en-IN" sz="1800" b="1" cap="none"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r>
              <a:rPr lang="en-IN" sz="1600" b="1" cap="none"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t>
            </a:r>
            <a:r>
              <a:rPr lang="en-IN" sz="1800" b="1" cap="non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Guide </a:t>
            </a:r>
            <a:br>
              <a:rPr lang="en-IN" sz="1800" b="1" cap="non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IN" sz="1800" b="1" cap="non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Mrs. K. Manasa</a:t>
            </a:r>
            <a:endParaRPr lang="en-IN" sz="1800" dirty="0">
              <a:solidFill>
                <a:schemeClr val="tx1"/>
              </a:solidFill>
              <a:latin typeface="Times New Roman" panose="02020603050405020304" pitchFamily="18" charset="0"/>
              <a:cs typeface="Times New Roman" panose="02020603050405020304" pitchFamily="18" charset="0"/>
            </a:endParaRPr>
          </a:p>
        </p:txBody>
      </p:sp>
      <p:pic>
        <p:nvPicPr>
          <p:cNvPr id="4" name="image1.png"/>
          <p:cNvPicPr/>
          <p:nvPr/>
        </p:nvPicPr>
        <p:blipFill>
          <a:blip r:embed="rId2" cstate="print"/>
          <a:stretch>
            <a:fillRect/>
          </a:stretch>
        </p:blipFill>
        <p:spPr>
          <a:xfrm>
            <a:off x="2707005" y="570229"/>
            <a:ext cx="6777990" cy="1145540"/>
          </a:xfrm>
          <a:prstGeom prst="rect">
            <a:avLst/>
          </a:prstGeom>
        </p:spPr>
      </p:pic>
      <p:sp>
        <p:nvSpPr>
          <p:cNvPr id="6" name="Text Box 6"/>
          <p:cNvSpPr txBox="1">
            <a:spLocks noChangeArrowheads="1"/>
          </p:cNvSpPr>
          <p:nvPr/>
        </p:nvSpPr>
        <p:spPr bwMode="auto">
          <a:xfrm>
            <a:off x="4564022" y="1429198"/>
            <a:ext cx="2753995" cy="357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6350" marR="6350" algn="ctr">
              <a:lnSpc>
                <a:spcPct val="115000"/>
              </a:lnSpc>
              <a:spcAft>
                <a:spcPts val="0"/>
              </a:spcAft>
            </a:pPr>
            <a:r>
              <a:rPr lang="en-IN" sz="950" spc="-5" dirty="0">
                <a:effectLst/>
                <a:latin typeface="Calibri"/>
                <a:ea typeface="Calibri"/>
                <a:cs typeface="Times New Roman"/>
              </a:rPr>
              <a:t>(</a:t>
            </a:r>
            <a:r>
              <a:rPr lang="en-IN" sz="900" b="1" spc="-5" dirty="0" err="1">
                <a:effectLst/>
                <a:latin typeface="Calibri"/>
                <a:ea typeface="Calibri"/>
                <a:cs typeface="Times New Roman"/>
              </a:rPr>
              <a:t>Telangana</a:t>
            </a:r>
            <a:r>
              <a:rPr lang="en-IN" sz="900" b="1" spc="-10" dirty="0">
                <a:effectLst/>
                <a:latin typeface="Calibri"/>
                <a:ea typeface="Calibri"/>
                <a:cs typeface="Times New Roman"/>
              </a:rPr>
              <a:t> </a:t>
            </a:r>
            <a:r>
              <a:rPr lang="en-IN" sz="900" b="1" dirty="0">
                <a:effectLst/>
                <a:latin typeface="Calibri"/>
                <a:ea typeface="Calibri"/>
                <a:cs typeface="Times New Roman"/>
              </a:rPr>
              <a:t>State</a:t>
            </a:r>
            <a:r>
              <a:rPr lang="en-IN" sz="900" b="1" spc="-30" dirty="0">
                <a:effectLst/>
                <a:latin typeface="Calibri"/>
                <a:ea typeface="Calibri"/>
                <a:cs typeface="Times New Roman"/>
              </a:rPr>
              <a:t> </a:t>
            </a:r>
            <a:r>
              <a:rPr lang="en-IN" sz="900" b="1" dirty="0">
                <a:effectLst/>
                <a:latin typeface="Calibri"/>
                <a:ea typeface="Calibri"/>
                <a:cs typeface="Times New Roman"/>
              </a:rPr>
              <a:t>Private</a:t>
            </a:r>
            <a:r>
              <a:rPr lang="en-IN" sz="900" b="1" spc="-50" dirty="0">
                <a:effectLst/>
                <a:latin typeface="Calibri"/>
                <a:ea typeface="Calibri"/>
                <a:cs typeface="Times New Roman"/>
              </a:rPr>
              <a:t> </a:t>
            </a:r>
            <a:r>
              <a:rPr lang="en-IN" sz="900" b="1" dirty="0">
                <a:effectLst/>
                <a:latin typeface="Calibri"/>
                <a:ea typeface="Calibri"/>
                <a:cs typeface="Times New Roman"/>
              </a:rPr>
              <a:t>Universities</a:t>
            </a:r>
            <a:r>
              <a:rPr lang="en-IN" sz="900" b="1" spc="-5" dirty="0">
                <a:effectLst/>
                <a:latin typeface="Calibri"/>
                <a:ea typeface="Calibri"/>
                <a:cs typeface="Times New Roman"/>
              </a:rPr>
              <a:t> </a:t>
            </a:r>
            <a:r>
              <a:rPr lang="en-IN" sz="900" b="1" dirty="0">
                <a:effectLst/>
                <a:latin typeface="Calibri"/>
                <a:ea typeface="Calibri"/>
                <a:cs typeface="Times New Roman"/>
              </a:rPr>
              <a:t>Act</a:t>
            </a:r>
            <a:r>
              <a:rPr lang="en-IN" sz="900" b="1" spc="-45" dirty="0">
                <a:effectLst/>
                <a:latin typeface="Calibri"/>
                <a:ea typeface="Calibri"/>
                <a:cs typeface="Times New Roman"/>
              </a:rPr>
              <a:t> </a:t>
            </a:r>
            <a:r>
              <a:rPr lang="en-IN" sz="900" b="1" dirty="0">
                <a:effectLst/>
                <a:latin typeface="Calibri"/>
                <a:ea typeface="Calibri"/>
                <a:cs typeface="Times New Roman"/>
              </a:rPr>
              <a:t>No.</a:t>
            </a:r>
            <a:r>
              <a:rPr lang="en-IN" sz="900" b="1" spc="-10" dirty="0">
                <a:effectLst/>
                <a:latin typeface="Calibri"/>
                <a:ea typeface="Calibri"/>
                <a:cs typeface="Times New Roman"/>
              </a:rPr>
              <a:t> </a:t>
            </a:r>
            <a:r>
              <a:rPr lang="en-IN" sz="900" b="1" dirty="0">
                <a:effectLst/>
                <a:latin typeface="Calibri"/>
                <a:ea typeface="Calibri"/>
                <a:cs typeface="Times New Roman"/>
              </a:rPr>
              <a:t>13</a:t>
            </a:r>
            <a:r>
              <a:rPr lang="en-IN" sz="900" b="1" spc="-30" dirty="0">
                <a:effectLst/>
                <a:latin typeface="Calibri"/>
                <a:ea typeface="Calibri"/>
                <a:cs typeface="Times New Roman"/>
              </a:rPr>
              <a:t> </a:t>
            </a:r>
            <a:r>
              <a:rPr lang="en-IN" sz="900" b="1" dirty="0">
                <a:effectLst/>
                <a:latin typeface="Calibri"/>
                <a:ea typeface="Calibri"/>
                <a:cs typeface="Times New Roman"/>
              </a:rPr>
              <a:t>of</a:t>
            </a:r>
            <a:r>
              <a:rPr lang="en-IN" sz="900" b="1" spc="-40" dirty="0">
                <a:effectLst/>
                <a:latin typeface="Calibri"/>
                <a:ea typeface="Calibri"/>
                <a:cs typeface="Times New Roman"/>
              </a:rPr>
              <a:t> </a:t>
            </a:r>
            <a:r>
              <a:rPr lang="en-IN" sz="900" b="1" dirty="0">
                <a:effectLst/>
                <a:latin typeface="Calibri"/>
                <a:ea typeface="Calibri"/>
                <a:cs typeface="Times New Roman"/>
              </a:rPr>
              <a:t>2020</a:t>
            </a:r>
            <a:r>
              <a:rPr lang="en-IN" sz="900" b="1" spc="-20" dirty="0">
                <a:effectLst/>
                <a:latin typeface="Calibri"/>
                <a:ea typeface="Calibri"/>
                <a:cs typeface="Times New Roman"/>
              </a:rPr>
              <a:t> </a:t>
            </a:r>
            <a:r>
              <a:rPr lang="en-IN" sz="900" b="1" dirty="0">
                <a:effectLst/>
                <a:latin typeface="Calibri"/>
                <a:ea typeface="Calibri"/>
                <a:cs typeface="Times New Roman"/>
              </a:rPr>
              <a:t>&amp;</a:t>
            </a:r>
            <a:endParaRPr lang="en-IN" sz="1100" dirty="0">
              <a:effectLst/>
              <a:latin typeface="Calibri"/>
              <a:ea typeface="Calibri"/>
              <a:cs typeface="Times New Roman"/>
            </a:endParaRPr>
          </a:p>
          <a:p>
            <a:pPr marL="5715" marR="6350" algn="ctr">
              <a:lnSpc>
                <a:spcPct val="115000"/>
              </a:lnSpc>
              <a:spcBef>
                <a:spcPts val="5"/>
              </a:spcBef>
              <a:spcAft>
                <a:spcPts val="0"/>
              </a:spcAft>
            </a:pPr>
            <a:r>
              <a:rPr lang="en-IN" sz="900" b="1" dirty="0">
                <a:effectLst/>
                <a:latin typeface="Calibri"/>
                <a:ea typeface="Calibri"/>
                <a:cs typeface="Times New Roman"/>
              </a:rPr>
              <a:t>G.O.Ms.</a:t>
            </a:r>
            <a:r>
              <a:rPr lang="en-IN" sz="900" b="1" spc="-45" dirty="0">
                <a:effectLst/>
                <a:latin typeface="Calibri"/>
                <a:ea typeface="Calibri"/>
                <a:cs typeface="Times New Roman"/>
              </a:rPr>
              <a:t> </a:t>
            </a:r>
            <a:r>
              <a:rPr lang="en-IN" sz="900" b="1" dirty="0">
                <a:effectLst/>
                <a:latin typeface="Calibri"/>
                <a:ea typeface="Calibri"/>
                <a:cs typeface="Times New Roman"/>
              </a:rPr>
              <a:t>No.</a:t>
            </a:r>
            <a:r>
              <a:rPr lang="en-IN" sz="900" b="1" spc="-25" dirty="0">
                <a:effectLst/>
                <a:latin typeface="Calibri"/>
                <a:ea typeface="Calibri"/>
                <a:cs typeface="Times New Roman"/>
              </a:rPr>
              <a:t> </a:t>
            </a:r>
            <a:r>
              <a:rPr lang="en-IN" sz="900" b="1" dirty="0">
                <a:effectLst/>
                <a:latin typeface="Calibri"/>
                <a:ea typeface="Calibri"/>
                <a:cs typeface="Times New Roman"/>
              </a:rPr>
              <a:t>14,</a:t>
            </a:r>
            <a:r>
              <a:rPr lang="en-IN" sz="900" b="1" spc="-50" dirty="0">
                <a:effectLst/>
                <a:latin typeface="Calibri"/>
                <a:ea typeface="Calibri"/>
                <a:cs typeface="Times New Roman"/>
              </a:rPr>
              <a:t> </a:t>
            </a:r>
            <a:r>
              <a:rPr lang="en-IN" sz="900" b="1" dirty="0">
                <a:effectLst/>
                <a:latin typeface="Calibri"/>
                <a:ea typeface="Calibri"/>
                <a:cs typeface="Times New Roman"/>
              </a:rPr>
              <a:t>Higher</a:t>
            </a:r>
            <a:r>
              <a:rPr lang="en-IN" sz="900" b="1" spc="-40" dirty="0">
                <a:effectLst/>
                <a:latin typeface="Calibri"/>
                <a:ea typeface="Calibri"/>
                <a:cs typeface="Times New Roman"/>
              </a:rPr>
              <a:t> </a:t>
            </a:r>
            <a:r>
              <a:rPr lang="en-IN" sz="900" b="1" dirty="0">
                <a:effectLst/>
                <a:latin typeface="Calibri"/>
                <a:ea typeface="Calibri"/>
                <a:cs typeface="Times New Roman"/>
              </a:rPr>
              <a:t>Education</a:t>
            </a:r>
            <a:r>
              <a:rPr lang="en-IN" sz="900" b="1" spc="-10" dirty="0">
                <a:effectLst/>
                <a:latin typeface="Calibri"/>
                <a:ea typeface="Calibri"/>
                <a:cs typeface="Times New Roman"/>
              </a:rPr>
              <a:t> </a:t>
            </a:r>
            <a:r>
              <a:rPr lang="en-IN" sz="900" b="1" dirty="0">
                <a:effectLst/>
                <a:latin typeface="Calibri"/>
                <a:ea typeface="Calibri"/>
                <a:cs typeface="Times New Roman"/>
              </a:rPr>
              <a:t>(UE)</a:t>
            </a:r>
            <a:r>
              <a:rPr lang="en-IN" sz="900" b="1" spc="-45" dirty="0">
                <a:effectLst/>
                <a:latin typeface="Calibri"/>
                <a:ea typeface="Calibri"/>
                <a:cs typeface="Times New Roman"/>
              </a:rPr>
              <a:t> </a:t>
            </a:r>
            <a:r>
              <a:rPr lang="en-IN" sz="900" b="1" dirty="0">
                <a:effectLst/>
                <a:latin typeface="Calibri"/>
                <a:ea typeface="Calibri"/>
                <a:cs typeface="Times New Roman"/>
              </a:rPr>
              <a:t>Department</a:t>
            </a:r>
            <a:r>
              <a:rPr lang="en-IN" sz="950" dirty="0">
                <a:effectLst/>
                <a:latin typeface="Calibri"/>
                <a:ea typeface="Calibri"/>
                <a:cs typeface="Times New Roman"/>
              </a:rPr>
              <a:t>)</a:t>
            </a:r>
            <a:endParaRPr lang="en-IN" sz="1100" dirty="0">
              <a:effectLst/>
              <a:latin typeface="Calibri"/>
              <a:ea typeface="Calibri"/>
              <a:cs typeface="Times New Roman"/>
            </a:endParaRPr>
          </a:p>
        </p:txBody>
      </p:sp>
      <p:sp>
        <p:nvSpPr>
          <p:cNvPr id="7" name="Text Box 3"/>
          <p:cNvSpPr txBox="1">
            <a:spLocks noChangeArrowheads="1"/>
          </p:cNvSpPr>
          <p:nvPr/>
        </p:nvSpPr>
        <p:spPr bwMode="auto">
          <a:xfrm>
            <a:off x="7685158" y="906650"/>
            <a:ext cx="1440180" cy="753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12700" marR="5080">
              <a:lnSpc>
                <a:spcPct val="92000"/>
              </a:lnSpc>
              <a:spcAft>
                <a:spcPts val="1000"/>
              </a:spcAft>
            </a:pPr>
            <a:r>
              <a:rPr lang="en-IN" sz="950" b="1" dirty="0" err="1">
                <a:effectLst/>
                <a:latin typeface="Calibri"/>
                <a:ea typeface="Calibri"/>
                <a:cs typeface="Times New Roman"/>
              </a:rPr>
              <a:t>Maisammaguda</a:t>
            </a:r>
            <a:r>
              <a:rPr lang="en-IN" sz="950" b="1" dirty="0">
                <a:effectLst/>
                <a:latin typeface="Calibri"/>
                <a:ea typeface="Calibri"/>
                <a:cs typeface="Times New Roman"/>
              </a:rPr>
              <a:t>, </a:t>
            </a:r>
            <a:r>
              <a:rPr lang="en-IN" sz="950" b="1" dirty="0" err="1">
                <a:effectLst/>
                <a:latin typeface="Calibri"/>
                <a:ea typeface="Calibri"/>
                <a:cs typeface="Times New Roman"/>
              </a:rPr>
              <a:t>Kompally</a:t>
            </a:r>
            <a:r>
              <a:rPr lang="en-IN" sz="950" b="1" dirty="0">
                <a:effectLst/>
                <a:latin typeface="Calibri"/>
                <a:ea typeface="Calibri"/>
                <a:cs typeface="Times New Roman"/>
              </a:rPr>
              <a:t>,</a:t>
            </a:r>
            <a:r>
              <a:rPr lang="en-IN" sz="950" b="1" spc="5" dirty="0">
                <a:effectLst/>
                <a:latin typeface="Calibri"/>
                <a:ea typeface="Calibri"/>
                <a:cs typeface="Times New Roman"/>
              </a:rPr>
              <a:t> </a:t>
            </a:r>
            <a:r>
              <a:rPr lang="en-IN" sz="950" b="1" dirty="0" err="1">
                <a:effectLst/>
                <a:latin typeface="Calibri"/>
                <a:ea typeface="Calibri"/>
                <a:cs typeface="Times New Roman"/>
              </a:rPr>
              <a:t>Medchal</a:t>
            </a:r>
            <a:r>
              <a:rPr lang="en-IN" sz="950" b="1" spc="-20" dirty="0">
                <a:effectLst/>
                <a:latin typeface="Calibri"/>
                <a:ea typeface="Calibri"/>
                <a:cs typeface="Times New Roman"/>
              </a:rPr>
              <a:t> </a:t>
            </a:r>
            <a:r>
              <a:rPr lang="en-IN" sz="950" b="1" dirty="0">
                <a:effectLst/>
                <a:latin typeface="Calibri"/>
                <a:ea typeface="Calibri"/>
                <a:cs typeface="Times New Roman"/>
              </a:rPr>
              <a:t>-</a:t>
            </a:r>
            <a:r>
              <a:rPr lang="en-IN" sz="950" b="1" spc="-5" dirty="0">
                <a:effectLst/>
                <a:latin typeface="Calibri"/>
                <a:ea typeface="Calibri"/>
                <a:cs typeface="Times New Roman"/>
              </a:rPr>
              <a:t> </a:t>
            </a:r>
            <a:r>
              <a:rPr lang="en-IN" sz="950" b="1" dirty="0" err="1">
                <a:effectLst/>
                <a:latin typeface="Calibri"/>
                <a:ea typeface="Calibri"/>
                <a:cs typeface="Times New Roman"/>
              </a:rPr>
              <a:t>Malkajgiri</a:t>
            </a:r>
            <a:r>
              <a:rPr lang="en-IN" sz="950" b="1" spc="-35" dirty="0">
                <a:effectLst/>
                <a:latin typeface="Calibri"/>
                <a:ea typeface="Calibri"/>
                <a:cs typeface="Times New Roman"/>
              </a:rPr>
              <a:t> </a:t>
            </a:r>
            <a:r>
              <a:rPr lang="en-IN" sz="950" b="1" dirty="0">
                <a:effectLst/>
                <a:latin typeface="Calibri"/>
                <a:ea typeface="Calibri"/>
                <a:cs typeface="Times New Roman"/>
              </a:rPr>
              <a:t>District</a:t>
            </a:r>
            <a:r>
              <a:rPr lang="en-IN" sz="950" b="1" spc="-200" dirty="0">
                <a:effectLst/>
                <a:latin typeface="Calibri"/>
                <a:ea typeface="Calibri"/>
                <a:cs typeface="Times New Roman"/>
              </a:rPr>
              <a:t> </a:t>
            </a:r>
            <a:r>
              <a:rPr lang="en-IN" sz="950" b="1" dirty="0">
                <a:effectLst/>
                <a:latin typeface="Calibri"/>
                <a:ea typeface="Calibri"/>
                <a:cs typeface="Times New Roman"/>
              </a:rPr>
              <a:t>Hyderabad - 500100,</a:t>
            </a:r>
            <a:r>
              <a:rPr lang="en-IN" sz="950" b="1" spc="5" dirty="0">
                <a:effectLst/>
                <a:latin typeface="Calibri"/>
                <a:ea typeface="Calibri"/>
                <a:cs typeface="Times New Roman"/>
              </a:rPr>
              <a:t> </a:t>
            </a:r>
            <a:r>
              <a:rPr lang="en-IN" sz="950" b="1" dirty="0" err="1">
                <a:effectLst/>
                <a:latin typeface="Calibri"/>
                <a:ea typeface="Calibri"/>
                <a:cs typeface="Times New Roman"/>
              </a:rPr>
              <a:t>Telangana</a:t>
            </a:r>
            <a:r>
              <a:rPr lang="en-IN" sz="950" b="1" spc="5" dirty="0">
                <a:effectLst/>
                <a:latin typeface="Calibri"/>
                <a:ea typeface="Calibri"/>
                <a:cs typeface="Times New Roman"/>
              </a:rPr>
              <a:t> </a:t>
            </a:r>
            <a:r>
              <a:rPr lang="en-IN" sz="950" b="1" dirty="0">
                <a:effectLst/>
                <a:latin typeface="Calibri"/>
                <a:ea typeface="Calibri"/>
                <a:cs typeface="Times New Roman"/>
              </a:rPr>
              <a:t>State</a:t>
            </a:r>
            <a:r>
              <a:rPr lang="en-IN" sz="950" b="1" u="none" strike="noStrike" dirty="0">
                <a:effectLst/>
                <a:latin typeface="Calibri"/>
                <a:ea typeface="Calibri"/>
                <a:cs typeface="Times New Roman"/>
                <a:hlinkClick r:id="rId3"/>
              </a:rPr>
              <a:t>.</a:t>
            </a:r>
            <a:r>
              <a:rPr lang="en-IN" sz="950" b="1" spc="5" dirty="0">
                <a:effectLst/>
                <a:latin typeface="Calibri"/>
                <a:ea typeface="Calibri"/>
                <a:cs typeface="Times New Roman"/>
              </a:rPr>
              <a:t> </a:t>
            </a:r>
            <a:r>
              <a:rPr lang="en-IN" sz="950" b="1" u="none" strike="noStrike" dirty="0">
                <a:effectLst/>
                <a:latin typeface="Calibri"/>
                <a:ea typeface="Calibri"/>
                <a:cs typeface="Times New Roman"/>
                <a:hlinkClick r:id="rId3"/>
              </a:rPr>
              <a:t>www.mallareddyuniversity.</a:t>
            </a:r>
            <a:endParaRPr lang="en-IN" sz="1100" dirty="0">
              <a:effectLst/>
              <a:latin typeface="Calibri"/>
              <a:ea typeface="Calibri"/>
              <a:cs typeface="Times New Roman"/>
            </a:endParaRPr>
          </a:p>
        </p:txBody>
      </p:sp>
    </p:spTree>
    <p:extLst>
      <p:ext uri="{BB962C8B-B14F-4D97-AF65-F5344CB8AC3E}">
        <p14:creationId xmlns:p14="http://schemas.microsoft.com/office/powerpoint/2010/main" val="3364838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Table of Contents</a:t>
            </a:r>
            <a:endParaRPr lang="en-IN" dirty="0">
              <a:latin typeface="Times New Roman" panose="02020603050405020304" pitchFamily="18" charset="0"/>
              <a:cs typeface="Times New Roman" panose="02020603050405020304" pitchFamily="18" charset="0"/>
            </a:endParaRPr>
          </a:p>
        </p:txBody>
      </p:sp>
      <p:sp>
        <p:nvSpPr>
          <p:cNvPr id="3" name="TextBox 2"/>
          <p:cNvSpPr txBox="1"/>
          <p:nvPr/>
        </p:nvSpPr>
        <p:spPr>
          <a:xfrm>
            <a:off x="609600" y="1527110"/>
            <a:ext cx="9404465" cy="6463308"/>
          </a:xfrm>
          <a:prstGeom prst="rect">
            <a:avLst/>
          </a:prstGeom>
          <a:noFill/>
        </p:spPr>
        <p:txBody>
          <a:bodyPr wrap="square" rtlCol="0">
            <a:spAutoFit/>
          </a:bodyPr>
          <a:lstStyle/>
          <a:p>
            <a:pPr marL="285750" indent="-285750">
              <a:lnSpc>
                <a:spcPct val="200000"/>
              </a:lnSpc>
              <a:buClr>
                <a:schemeClr val="tx2"/>
              </a:buCl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Introduction</a:t>
            </a:r>
          </a:p>
          <a:p>
            <a:pPr marL="285750" indent="-285750">
              <a:lnSpc>
                <a:spcPct val="200000"/>
              </a:lnSpc>
              <a:buClr>
                <a:schemeClr val="tx2"/>
              </a:buCl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Abstract</a:t>
            </a:r>
          </a:p>
          <a:p>
            <a:pPr marL="285750" indent="-285750">
              <a:lnSpc>
                <a:spcPct val="200000"/>
              </a:lnSpc>
              <a:buClr>
                <a:schemeClr val="tx2"/>
              </a:buCl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Limitations of Existing Algorithms/Methodologies</a:t>
            </a:r>
          </a:p>
          <a:p>
            <a:pPr marL="285750" indent="-285750">
              <a:lnSpc>
                <a:spcPct val="200000"/>
              </a:lnSpc>
              <a:buClr>
                <a:schemeClr val="tx2"/>
              </a:buCl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Literature Survey</a:t>
            </a:r>
          </a:p>
          <a:p>
            <a:pPr marL="285750" indent="-285750">
              <a:lnSpc>
                <a:spcPct val="200000"/>
              </a:lnSpc>
              <a:buClr>
                <a:schemeClr val="tx2"/>
              </a:buCl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System Architecture &amp; Data Flow Diagram</a:t>
            </a:r>
          </a:p>
          <a:p>
            <a:pPr marL="285750" indent="-285750">
              <a:lnSpc>
                <a:spcPct val="200000"/>
              </a:lnSpc>
              <a:buClr>
                <a:schemeClr val="tx2"/>
              </a:buCl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Modules</a:t>
            </a:r>
          </a:p>
          <a:p>
            <a:pPr marL="285750" indent="-285750">
              <a:lnSpc>
                <a:spcPct val="200000"/>
              </a:lnSpc>
              <a:buClr>
                <a:schemeClr val="tx2"/>
              </a:buCl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Hardware/Software Requirements</a:t>
            </a:r>
          </a:p>
          <a:p>
            <a:pPr marL="285750" indent="-285750">
              <a:lnSpc>
                <a:spcPct val="200000"/>
              </a:lnSpc>
              <a:buClr>
                <a:schemeClr val="tx2"/>
              </a:buCl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Screenshots</a:t>
            </a:r>
          </a:p>
          <a:p>
            <a:pPr marL="285750" indent="-285750">
              <a:lnSpc>
                <a:spcPct val="200000"/>
              </a:lnSpc>
              <a:buClr>
                <a:schemeClr val="tx2"/>
              </a:buCl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Conclusion</a:t>
            </a:r>
          </a:p>
          <a:p>
            <a:pPr marL="285750" indent="-285750">
              <a:lnSpc>
                <a:spcPct val="200000"/>
              </a:lnSpc>
              <a:buClr>
                <a:schemeClr val="tx2"/>
              </a:buClr>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marL="285750" indent="-285750">
              <a:lnSpc>
                <a:spcPct val="200000"/>
              </a:lnSpc>
              <a:buClr>
                <a:schemeClr val="tx2"/>
              </a:buClr>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5998806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BCE17-A3EF-F261-FF95-FB47ADECC80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INTRODUCTION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DD208CC-8C47-0952-8DCE-37CEBC14DAD2}"/>
              </a:ext>
            </a:extLst>
          </p:cNvPr>
          <p:cNvSpPr>
            <a:spLocks noGrp="1"/>
          </p:cNvSpPr>
          <p:nvPr>
            <p:ph idx="1"/>
          </p:nvPr>
        </p:nvSpPr>
        <p:spPr>
          <a:xfrm>
            <a:off x="609600" y="1524000"/>
            <a:ext cx="10972800" cy="5035420"/>
          </a:xfrm>
        </p:spPr>
        <p:txBody>
          <a:bodyPr>
            <a:normAutofit/>
          </a:bodyPr>
          <a:lstStyle/>
          <a:p>
            <a:pPr marL="0" indent="0" algn="just">
              <a:lnSpc>
                <a:spcPct val="150000"/>
              </a:lnSpc>
              <a:buNone/>
            </a:pPr>
            <a:r>
              <a:rPr lang="en-US" sz="1600" dirty="0">
                <a:latin typeface="Times New Roman" panose="02020603050405020304" pitchFamily="18" charset="0"/>
                <a:cs typeface="Times New Roman" panose="02020603050405020304" pitchFamily="18" charset="0"/>
              </a:rPr>
              <a:t>Groundwater is one of the world’s most vital natural resources, serving as the primary source of freshwater for billions of people, sustaining vital ecosystems, and acting as the backbone of global agricultural irrigation. However, as highlighted in recent hydrological reports, the world is facing a severe and accelerating crisis known as groundwater depression a persistent, long-term decline in water table levels. Driven by rapid population growth, intensive agricultural demands, industrialization, and the compounding effects of climate change, aquifers across the globe are being depleted at rates that far exceed their natural capacity for recharge</a:t>
            </a:r>
            <a:r>
              <a:rPr lang="en-US" sz="1600" dirty="0"/>
              <a:t>.</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04859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B88A1-A2CB-313E-B611-331B04186FE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ABSTRACT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027CD71-4DED-062D-3C84-616E8EC869F1}"/>
              </a:ext>
            </a:extLst>
          </p:cNvPr>
          <p:cNvSpPr>
            <a:spLocks noGrp="1"/>
          </p:cNvSpPr>
          <p:nvPr>
            <p:ph idx="1"/>
          </p:nvPr>
        </p:nvSpPr>
        <p:spPr/>
        <p:txBody>
          <a:bodyPr>
            <a:normAutofit/>
          </a:bodyPr>
          <a:lstStyle/>
          <a:p>
            <a:pPr marL="0" indent="0" algn="just">
              <a:lnSpc>
                <a:spcPct val="150000"/>
              </a:lnSpc>
              <a:buNone/>
            </a:pPr>
            <a:r>
              <a:rPr lang="en-IN" sz="1600" dirty="0">
                <a:latin typeface="Times New Roman" panose="02020603050405020304" pitchFamily="18" charset="0"/>
                <a:cs typeface="Times New Roman" panose="02020603050405020304" pitchFamily="18" charset="0"/>
              </a:rPr>
              <a:t>This project, explores the critical global issue of rapidly disappearing groundwater between the years 1990 and 2023. By combining real-world data from major organizations like the World Bank, the UN (FAO), and NASA , the project uses Python to calculate water stress and visualize the decline of underground water resources across 32 different countries. This analysis powers the interactive web dashboard we designed, which brings the data to life through dynamic maps and charts.</a:t>
            </a:r>
          </a:p>
          <a:p>
            <a:pPr marL="0" indent="0" algn="just">
              <a:lnSpc>
                <a:spcPct val="150000"/>
              </a:lnSpc>
              <a:buNone/>
            </a:pP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94296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013D9-87D9-0DF1-0A87-74026945BB4C}"/>
              </a:ext>
            </a:extLst>
          </p:cNvPr>
          <p:cNvSpPr>
            <a:spLocks noGrp="1"/>
          </p:cNvSpPr>
          <p:nvPr>
            <p:ph type="title"/>
          </p:nvPr>
        </p:nvSpPr>
        <p:spPr/>
        <p:txBody>
          <a:bodyPr>
            <a:normAutofit/>
          </a:bodyPr>
          <a:lstStyle/>
          <a:p>
            <a:r>
              <a:rPr lang="en-US" dirty="0"/>
              <a:t>Literature survey:</a:t>
            </a:r>
            <a:endParaRPr lang="en-IN" dirty="0"/>
          </a:p>
        </p:txBody>
      </p:sp>
      <p:sp>
        <p:nvSpPr>
          <p:cNvPr id="3" name="Content Placeholder 2">
            <a:extLst>
              <a:ext uri="{FF2B5EF4-FFF2-40B4-BE49-F238E27FC236}">
                <a16:creationId xmlns:a16="http://schemas.microsoft.com/office/drawing/2014/main" id="{BAE560B8-8A83-F98E-473A-48202ECDAC55}"/>
              </a:ext>
            </a:extLst>
          </p:cNvPr>
          <p:cNvSpPr>
            <a:spLocks noGrp="1"/>
          </p:cNvSpPr>
          <p:nvPr>
            <p:ph idx="1"/>
          </p:nvPr>
        </p:nvSpPr>
        <p:spPr/>
        <p:txBody>
          <a:bodyPr>
            <a:normAutofit/>
          </a:bodyPr>
          <a:lstStyle/>
          <a:p>
            <a:pPr marL="0" indent="0">
              <a:lnSpc>
                <a:spcPct val="150000"/>
              </a:lnSpc>
              <a:buNone/>
            </a:pPr>
            <a:r>
              <a:rPr lang="en-US" sz="1800" b="1" dirty="0">
                <a:latin typeface="Times New Roman" panose="02020603050405020304" pitchFamily="18" charset="0"/>
                <a:cs typeface="Times New Roman" panose="02020603050405020304" pitchFamily="18" charset="0"/>
              </a:rPr>
              <a:t>1.The Global Groundwater Crisis and Depletion Trends</a:t>
            </a:r>
          </a:p>
          <a:p>
            <a:pPr>
              <a:lnSpc>
                <a:spcPct val="150000"/>
              </a:lnSpc>
            </a:pPr>
            <a:r>
              <a:rPr lang="en-US" sz="1600" dirty="0">
                <a:latin typeface="Times New Roman" panose="02020603050405020304" pitchFamily="18" charset="0"/>
                <a:cs typeface="Times New Roman" panose="02020603050405020304" pitchFamily="18" charset="0"/>
              </a:rPr>
              <a:t>Recent hydrological literature emphasizes that groundwater depletion is no longer a localized issue but a systemic global crisis. Studies by Wada et al. (2010) and Famiglietti (2014) utilized GRACE (Gravity Recovery and Climate Experiment) satellite data to reveal that many of the world’s largest aquifers including those in Northwestern India, the North China Plain, and the Central Valley of California are being drawn down at unsustainable rates.</a:t>
            </a:r>
          </a:p>
          <a:p>
            <a:pPr marL="0" indent="0">
              <a:lnSpc>
                <a:spcPct val="150000"/>
              </a:lnSpc>
              <a:buNone/>
            </a:pPr>
            <a:r>
              <a:rPr lang="en-US" sz="1800" b="1" dirty="0">
                <a:latin typeface="Times New Roman" panose="02020603050405020304" pitchFamily="18" charset="0"/>
                <a:cs typeface="Times New Roman" panose="02020603050405020304" pitchFamily="18" charset="0"/>
              </a:rPr>
              <a:t>2.Transition from Reactive to Proactive Water Management</a:t>
            </a:r>
          </a:p>
          <a:p>
            <a:pPr>
              <a:lnSpc>
                <a:spcPct val="150000"/>
              </a:lnSpc>
            </a:pPr>
            <a:r>
              <a:rPr lang="en-US" sz="1600" dirty="0">
                <a:latin typeface="Times New Roman" panose="02020603050405020304" pitchFamily="18" charset="0"/>
                <a:cs typeface="Times New Roman" panose="02020603050405020304" pitchFamily="18" charset="0"/>
              </a:rPr>
              <a:t>Historically, groundwater management has relied on reactive policies implemented only after significant depletion has occurred. Gleeson et al. (2012) introduced the concept of the "groundwater footprint," urging a shift toward proactive, sustainable yield assessments. Furthermore, research by the UN Water analytical briefs indicates a lack of accessible data visualization tools for local policymakers, which hinders proactive legislation.</a:t>
            </a:r>
          </a:p>
          <a:p>
            <a:pPr marL="0" indent="0">
              <a:lnSpc>
                <a:spcPct val="150000"/>
              </a:lnSpc>
              <a:buNone/>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82922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DF628-D40A-6C5F-5F44-DEE9379E60F6}"/>
              </a:ext>
            </a:extLst>
          </p:cNvPr>
          <p:cNvSpPr>
            <a:spLocks noGrp="1"/>
          </p:cNvSpPr>
          <p:nvPr>
            <p:ph type="title"/>
          </p:nvPr>
        </p:nvSpPr>
        <p:spPr/>
        <p:txBody>
          <a:bodyPr/>
          <a:lstStyle/>
          <a:p>
            <a:r>
              <a:rPr lang="en-US" dirty="0"/>
              <a:t>Limitations of Existing Algorithms/Methodologies</a:t>
            </a:r>
            <a:endParaRPr lang="en-IN" dirty="0"/>
          </a:p>
        </p:txBody>
      </p:sp>
      <p:sp>
        <p:nvSpPr>
          <p:cNvPr id="3" name="Content Placeholder 2">
            <a:extLst>
              <a:ext uri="{FF2B5EF4-FFF2-40B4-BE49-F238E27FC236}">
                <a16:creationId xmlns:a16="http://schemas.microsoft.com/office/drawing/2014/main" id="{8BFDAC71-16D6-7180-5C88-A7FD59811178}"/>
              </a:ext>
            </a:extLst>
          </p:cNvPr>
          <p:cNvSpPr>
            <a:spLocks noGrp="1"/>
          </p:cNvSpPr>
          <p:nvPr>
            <p:ph idx="1"/>
          </p:nvPr>
        </p:nvSpPr>
        <p:spPr/>
        <p:txBody>
          <a:bodyPr>
            <a:normAutofit/>
          </a:bodyPr>
          <a:lstStyle/>
          <a:p>
            <a:pPr marL="0" indent="0">
              <a:buNone/>
            </a:pPr>
            <a:r>
              <a:rPr lang="en-US" sz="3600" dirty="0">
                <a:solidFill>
                  <a:schemeClr val="tx2"/>
                </a:solidFill>
              </a:rPr>
              <a:t>Existing System</a:t>
            </a:r>
          </a:p>
          <a:p>
            <a:pPr marL="0" indent="0">
              <a:buNone/>
            </a:pPr>
            <a:endParaRPr lang="en-US" sz="3600" dirty="0">
              <a:solidFill>
                <a:schemeClr val="tx2"/>
              </a:solidFill>
            </a:endParaRPr>
          </a:p>
          <a:p>
            <a:pPr>
              <a:lnSpc>
                <a:spcPct val="150000"/>
              </a:lnSpc>
            </a:pPr>
            <a:r>
              <a:rPr lang="en-US" sz="1600" dirty="0">
                <a:latin typeface="Times New Roman" panose="02020603050405020304" pitchFamily="18" charset="0"/>
                <a:cs typeface="Times New Roman" panose="02020603050405020304" pitchFamily="18" charset="0"/>
              </a:rPr>
              <a:t>Data is scattered across difficult reports and spreadsheets.</a:t>
            </a:r>
          </a:p>
          <a:p>
            <a:pPr>
              <a:lnSpc>
                <a:spcPct val="150000"/>
              </a:lnSpc>
            </a:pPr>
            <a:r>
              <a:rPr lang="en-US" sz="1600" dirty="0">
                <a:latin typeface="Times New Roman" panose="02020603050405020304" pitchFamily="18" charset="0"/>
                <a:cs typeface="Times New Roman" panose="02020603050405020304" pitchFamily="18" charset="0"/>
              </a:rPr>
              <a:t>Actions are reactive, usually waiting until a severe water crisis happens.</a:t>
            </a:r>
          </a:p>
          <a:p>
            <a:pPr>
              <a:lnSpc>
                <a:spcPct val="150000"/>
              </a:lnSpc>
            </a:pPr>
            <a:r>
              <a:rPr lang="en-US" sz="1600" dirty="0">
                <a:latin typeface="Times New Roman" panose="02020603050405020304" pitchFamily="18" charset="0"/>
                <a:cs typeface="Times New Roman" panose="02020603050405020304" pitchFamily="18" charset="0"/>
              </a:rPr>
              <a:t>Predicting future water levels is very hard using old, complicated methods.</a:t>
            </a:r>
          </a:p>
          <a:p>
            <a:pPr>
              <a:lnSpc>
                <a:spcPct val="150000"/>
              </a:lnSpc>
            </a:pPr>
            <a:r>
              <a:rPr lang="en-US" sz="1600" dirty="0">
                <a:latin typeface="Times New Roman" panose="02020603050405020304" pitchFamily="18" charset="0"/>
                <a:cs typeface="Times New Roman" panose="02020603050405020304" pitchFamily="18" charset="0"/>
              </a:rPr>
              <a:t>Current tools are basic and do not have interactive maps or graphs.</a:t>
            </a:r>
          </a:p>
          <a:p>
            <a:pPr>
              <a:lnSpc>
                <a:spcPct val="150000"/>
              </a:lnSpc>
            </a:pPr>
            <a:r>
              <a:rPr lang="en-US" sz="1600" dirty="0">
                <a:latin typeface="Times New Roman" panose="02020603050405020304" pitchFamily="18" charset="0"/>
                <a:cs typeface="Times New Roman" panose="02020603050405020304" pitchFamily="18" charset="0"/>
              </a:rPr>
              <a:t>Seeing the big picture of global water stress quickly is nearly impossible.</a:t>
            </a:r>
          </a:p>
          <a:p>
            <a:endParaRPr lang="en-US" sz="1600" dirty="0"/>
          </a:p>
          <a:p>
            <a:endParaRPr lang="en-IN" sz="1600" dirty="0">
              <a:solidFill>
                <a:schemeClr val="tx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557907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188DE-E4FF-F2D1-461D-AEA4099DAA81}"/>
              </a:ext>
            </a:extLst>
          </p:cNvPr>
          <p:cNvSpPr>
            <a:spLocks noGrp="1"/>
          </p:cNvSpPr>
          <p:nvPr>
            <p:ph type="title"/>
          </p:nvPr>
        </p:nvSpPr>
        <p:spPr/>
        <p:txBody>
          <a:bodyPr/>
          <a:lstStyle/>
          <a:p>
            <a:r>
              <a:rPr lang="en-US" dirty="0"/>
              <a:t>Proposed System</a:t>
            </a:r>
            <a:endParaRPr lang="en-IN" dirty="0"/>
          </a:p>
        </p:txBody>
      </p:sp>
      <p:sp>
        <p:nvSpPr>
          <p:cNvPr id="4" name="Rectangle 1">
            <a:extLst>
              <a:ext uri="{FF2B5EF4-FFF2-40B4-BE49-F238E27FC236}">
                <a16:creationId xmlns:a16="http://schemas.microsoft.com/office/drawing/2014/main" id="{144AF9C8-B930-740F-7B5B-2B94420D1570}"/>
              </a:ext>
            </a:extLst>
          </p:cNvPr>
          <p:cNvSpPr>
            <a:spLocks noGrp="1" noChangeArrowheads="1"/>
          </p:cNvSpPr>
          <p:nvPr>
            <p:ph idx="1"/>
          </p:nvPr>
        </p:nvSpPr>
        <p:spPr bwMode="auto">
          <a:xfrm>
            <a:off x="704490" y="1719625"/>
            <a:ext cx="7398500" cy="18947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buClrTx/>
              <a:buSzTx/>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Brings all global groundwater data into one easy-to-use website.</a:t>
            </a:r>
          </a:p>
          <a:p>
            <a:pPr eaLnBrk="0" fontAlgn="base" hangingPunct="0">
              <a:lnSpc>
                <a:spcPct val="150000"/>
              </a:lnSpc>
              <a:spcBef>
                <a:spcPct val="0"/>
              </a:spcBef>
              <a:spcAft>
                <a:spcPct val="0"/>
              </a:spcAft>
              <a:buClrTx/>
              <a:buSzTx/>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Uses smart artificial intelligence to predict water levels up to 15 years into the future.</a:t>
            </a:r>
          </a:p>
          <a:p>
            <a:pPr eaLnBrk="0" fontAlgn="base" hangingPunct="0">
              <a:lnSpc>
                <a:spcPct val="150000"/>
              </a:lnSpc>
              <a:spcBef>
                <a:spcPct val="0"/>
              </a:spcBef>
              <a:spcAft>
                <a:spcPct val="0"/>
              </a:spcAft>
              <a:buClrTx/>
              <a:buSzTx/>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Features interactive maps so users can easily click and find water stress hotspots.</a:t>
            </a:r>
          </a:p>
          <a:p>
            <a:pPr eaLnBrk="0" fontAlgn="base" hangingPunct="0">
              <a:lnSpc>
                <a:spcPct val="150000"/>
              </a:lnSpc>
              <a:spcBef>
                <a:spcPct val="0"/>
              </a:spcBef>
              <a:spcAft>
                <a:spcPct val="0"/>
              </a:spcAft>
              <a:buClrTx/>
              <a:buSzTx/>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Allows instant switching between a worldwide view and specific country details.</a:t>
            </a:r>
          </a:p>
          <a:p>
            <a:pPr eaLnBrk="0" fontAlgn="base" hangingPunct="0">
              <a:lnSpc>
                <a:spcPct val="150000"/>
              </a:lnSpc>
              <a:spcBef>
                <a:spcPct val="0"/>
              </a:spcBef>
              <a:spcAft>
                <a:spcPct val="0"/>
              </a:spcAft>
              <a:buClrTx/>
              <a:buSzTx/>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Helps leaders make smart, proactive choices to save water before it runs out.</a:t>
            </a:r>
          </a:p>
        </p:txBody>
      </p:sp>
    </p:spTree>
    <p:extLst>
      <p:ext uri="{BB962C8B-B14F-4D97-AF65-F5344CB8AC3E}">
        <p14:creationId xmlns:p14="http://schemas.microsoft.com/office/powerpoint/2010/main" val="17235248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803B6-7944-5837-B5BB-19B2C7FD456D}"/>
              </a:ext>
            </a:extLst>
          </p:cNvPr>
          <p:cNvSpPr>
            <a:spLocks noGrp="1"/>
          </p:cNvSpPr>
          <p:nvPr>
            <p:ph type="title"/>
          </p:nvPr>
        </p:nvSpPr>
        <p:spPr/>
        <p:txBody>
          <a:bodyPr/>
          <a:lstStyle/>
          <a:p>
            <a:r>
              <a:rPr lang="en-US" dirty="0"/>
              <a:t>System Architecture</a:t>
            </a:r>
            <a:endParaRPr lang="en-IN" dirty="0"/>
          </a:p>
        </p:txBody>
      </p:sp>
      <p:pic>
        <p:nvPicPr>
          <p:cNvPr id="5" name="Content Placeholder 4">
            <a:extLst>
              <a:ext uri="{FF2B5EF4-FFF2-40B4-BE49-F238E27FC236}">
                <a16:creationId xmlns:a16="http://schemas.microsoft.com/office/drawing/2014/main" id="{90F3A297-6918-2D92-0494-CD74BE1BF1F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09333" y="1893498"/>
            <a:ext cx="6773333" cy="4876800"/>
          </a:xfrm>
          <a:prstGeom prst="rect">
            <a:avLst/>
          </a:prstGeom>
        </p:spPr>
      </p:pic>
    </p:spTree>
    <p:extLst>
      <p:ext uri="{BB962C8B-B14F-4D97-AF65-F5344CB8AC3E}">
        <p14:creationId xmlns:p14="http://schemas.microsoft.com/office/powerpoint/2010/main" val="6559394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8E0A8-E2B8-BF28-A46A-1EB7E3E1FB5A}"/>
              </a:ext>
            </a:extLst>
          </p:cNvPr>
          <p:cNvSpPr>
            <a:spLocks noGrp="1"/>
          </p:cNvSpPr>
          <p:nvPr>
            <p:ph type="title"/>
          </p:nvPr>
        </p:nvSpPr>
        <p:spPr/>
        <p:txBody>
          <a:bodyPr/>
          <a:lstStyle/>
          <a:p>
            <a:r>
              <a:rPr lang="en-US" dirty="0"/>
              <a:t>Data Flow Diagram</a:t>
            </a:r>
            <a:endParaRPr lang="en-IN" dirty="0"/>
          </a:p>
        </p:txBody>
      </p:sp>
      <p:pic>
        <p:nvPicPr>
          <p:cNvPr id="5" name="Content Placeholder 4">
            <a:extLst>
              <a:ext uri="{FF2B5EF4-FFF2-40B4-BE49-F238E27FC236}">
                <a16:creationId xmlns:a16="http://schemas.microsoft.com/office/drawing/2014/main" id="{F95D72EF-6D5B-2B74-C003-E9757CEEDFE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62087" y="1798608"/>
            <a:ext cx="7067826" cy="4876800"/>
          </a:xfrm>
          <a:prstGeom prst="rect">
            <a:avLst/>
          </a:prstGeom>
        </p:spPr>
      </p:pic>
    </p:spTree>
    <p:extLst>
      <p:ext uri="{BB962C8B-B14F-4D97-AF65-F5344CB8AC3E}">
        <p14:creationId xmlns:p14="http://schemas.microsoft.com/office/powerpoint/2010/main" val="30571917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CD2B0-CE09-D1F0-D6C7-16D3B7F66A6A}"/>
              </a:ext>
            </a:extLst>
          </p:cNvPr>
          <p:cNvSpPr>
            <a:spLocks noGrp="1"/>
          </p:cNvSpPr>
          <p:nvPr>
            <p:ph type="title"/>
          </p:nvPr>
        </p:nvSpPr>
        <p:spPr/>
        <p:txBody>
          <a:bodyPr/>
          <a:lstStyle/>
          <a:p>
            <a:r>
              <a:rPr lang="en-US" dirty="0"/>
              <a:t>Modules</a:t>
            </a:r>
            <a:endParaRPr lang="en-IN" dirty="0"/>
          </a:p>
        </p:txBody>
      </p:sp>
      <p:sp>
        <p:nvSpPr>
          <p:cNvPr id="4" name="TextBox 3">
            <a:extLst>
              <a:ext uri="{FF2B5EF4-FFF2-40B4-BE49-F238E27FC236}">
                <a16:creationId xmlns:a16="http://schemas.microsoft.com/office/drawing/2014/main" id="{46AB6CBE-34F2-EB5E-0AC2-6E522ED5FB4A}"/>
              </a:ext>
            </a:extLst>
          </p:cNvPr>
          <p:cNvSpPr txBox="1"/>
          <p:nvPr/>
        </p:nvSpPr>
        <p:spPr>
          <a:xfrm>
            <a:off x="609600" y="1751964"/>
            <a:ext cx="6094562" cy="1985672"/>
          </a:xfrm>
          <a:prstGeom prst="rect">
            <a:avLst/>
          </a:prstGeom>
          <a:noFill/>
        </p:spPr>
        <p:txBody>
          <a:bodyPr wrap="square">
            <a:spAutoFit/>
          </a:bodyPr>
          <a:lstStyle/>
          <a:p>
            <a:pPr>
              <a:lnSpc>
                <a:spcPct val="150000"/>
              </a:lnSpc>
            </a:pPr>
            <a:r>
              <a:rPr lang="en-IN" sz="2000" b="1" dirty="0">
                <a:solidFill>
                  <a:schemeClr val="tx2"/>
                </a:solidFill>
                <a:latin typeface="Times New Roman" panose="02020603050405020304" pitchFamily="18" charset="0"/>
                <a:cs typeface="Times New Roman" panose="02020603050405020304" pitchFamily="18" charset="0"/>
              </a:rPr>
              <a:t>Module-1:Core Features</a:t>
            </a:r>
          </a:p>
          <a:p>
            <a:pPr marL="342900" indent="-342900">
              <a:lnSpc>
                <a:spcPct val="150000"/>
              </a:lnSpc>
              <a:buAutoNum type="arabicPeriod"/>
            </a:pPr>
            <a:r>
              <a:rPr lang="en-US" sz="1600" dirty="0">
                <a:latin typeface="Times New Roman" panose="02020603050405020304" pitchFamily="18" charset="0"/>
                <a:cs typeface="Times New Roman" panose="02020603050405020304" pitchFamily="18" charset="0"/>
              </a:rPr>
              <a:t>Global &amp; Local Analytics Engine</a:t>
            </a:r>
          </a:p>
          <a:p>
            <a:pPr marL="342900" indent="-342900">
              <a:lnSpc>
                <a:spcPct val="150000"/>
              </a:lnSpc>
              <a:buAutoNum type="arabicPeriod" startAt="2"/>
            </a:pPr>
            <a:r>
              <a:rPr lang="en-IN" sz="1600" dirty="0">
                <a:latin typeface="Times New Roman" panose="02020603050405020304" pitchFamily="18" charset="0"/>
                <a:cs typeface="Times New Roman" panose="02020603050405020304" pitchFamily="18" charset="0"/>
              </a:rPr>
              <a:t>Machine Learning Forecasting</a:t>
            </a:r>
          </a:p>
          <a:p>
            <a:pPr marL="342900" indent="-342900">
              <a:lnSpc>
                <a:spcPct val="150000"/>
              </a:lnSpc>
              <a:buAutoNum type="arabicPeriod" startAt="2"/>
            </a:pPr>
            <a:r>
              <a:rPr lang="en-IN" sz="1600" dirty="0">
                <a:latin typeface="Times New Roman" panose="02020603050405020304" pitchFamily="18" charset="0"/>
                <a:cs typeface="Times New Roman" panose="02020603050405020304" pitchFamily="18" charset="0"/>
              </a:rPr>
              <a:t>Geospatial Water Stress Mapping</a:t>
            </a:r>
          </a:p>
          <a:p>
            <a:pPr marL="342900" indent="-342900">
              <a:lnSpc>
                <a:spcPct val="150000"/>
              </a:lnSpc>
              <a:buAutoNum type="arabicPeriod" startAt="2"/>
            </a:pPr>
            <a:r>
              <a:rPr lang="en-IN" sz="1600" dirty="0">
                <a:latin typeface="Times New Roman" panose="02020603050405020304" pitchFamily="18" charset="0"/>
                <a:cs typeface="Times New Roman" panose="02020603050405020304" pitchFamily="18" charset="0"/>
              </a:rPr>
              <a:t>Correlation &amp; Distribution Analysis</a:t>
            </a:r>
          </a:p>
        </p:txBody>
      </p:sp>
      <p:sp>
        <p:nvSpPr>
          <p:cNvPr id="6" name="TextBox 5">
            <a:extLst>
              <a:ext uri="{FF2B5EF4-FFF2-40B4-BE49-F238E27FC236}">
                <a16:creationId xmlns:a16="http://schemas.microsoft.com/office/drawing/2014/main" id="{ED096E3B-8CD8-EA19-A845-FC5116BA59AC}"/>
              </a:ext>
            </a:extLst>
          </p:cNvPr>
          <p:cNvSpPr txBox="1"/>
          <p:nvPr/>
        </p:nvSpPr>
        <p:spPr>
          <a:xfrm>
            <a:off x="609600" y="3965600"/>
            <a:ext cx="6094562" cy="1987082"/>
          </a:xfrm>
          <a:prstGeom prst="rect">
            <a:avLst/>
          </a:prstGeom>
          <a:noFill/>
        </p:spPr>
        <p:txBody>
          <a:bodyPr wrap="square">
            <a:spAutoFit/>
          </a:bodyPr>
          <a:lstStyle/>
          <a:p>
            <a:pPr>
              <a:lnSpc>
                <a:spcPct val="150000"/>
              </a:lnSpc>
            </a:pPr>
            <a:r>
              <a:rPr lang="en-IN" sz="2000" b="1" dirty="0">
                <a:solidFill>
                  <a:schemeClr val="tx2"/>
                </a:solidFill>
                <a:latin typeface="Times New Roman" panose="02020603050405020304" pitchFamily="18" charset="0"/>
                <a:cs typeface="Times New Roman" panose="02020603050405020304" pitchFamily="18" charset="0"/>
              </a:rPr>
              <a:t>Module-2:System Features</a:t>
            </a:r>
          </a:p>
          <a:p>
            <a:pPr marL="457200" indent="-457200">
              <a:lnSpc>
                <a:spcPct val="150000"/>
              </a:lnSpc>
              <a:buAutoNum type="arabicPeriod"/>
            </a:pPr>
            <a:r>
              <a:rPr lang="en-US" sz="1600" dirty="0">
                <a:latin typeface="Times New Roman" panose="02020603050405020304" pitchFamily="18" charset="0"/>
                <a:cs typeface="Times New Roman" panose="02020603050405020304" pitchFamily="18" charset="0"/>
              </a:rPr>
              <a:t>State-Driven Navigation (SPA Architecture)</a:t>
            </a:r>
          </a:p>
          <a:p>
            <a:pPr marL="457200" indent="-457200">
              <a:lnSpc>
                <a:spcPct val="150000"/>
              </a:lnSpc>
              <a:buAutoNum type="arabicPeriod"/>
            </a:pPr>
            <a:r>
              <a:rPr lang="en-IN" sz="1600" dirty="0">
                <a:latin typeface="Times New Roman" panose="02020603050405020304" pitchFamily="18" charset="0"/>
                <a:cs typeface="Times New Roman" panose="02020603050405020304" pitchFamily="18" charset="0"/>
              </a:rPr>
              <a:t>High-Performance Data Caching</a:t>
            </a:r>
          </a:p>
          <a:p>
            <a:pPr marL="457200" indent="-457200">
              <a:lnSpc>
                <a:spcPct val="150000"/>
              </a:lnSpc>
              <a:buAutoNum type="arabicPeriod"/>
            </a:pPr>
            <a:r>
              <a:rPr lang="en-IN" sz="1600" dirty="0">
                <a:latin typeface="Times New Roman" panose="02020603050405020304" pitchFamily="18" charset="0"/>
                <a:cs typeface="Times New Roman" panose="02020603050405020304" pitchFamily="18" charset="0"/>
              </a:rPr>
              <a:t>Animated UI/UX Framework</a:t>
            </a:r>
          </a:p>
          <a:p>
            <a:pPr marL="457200" indent="-457200">
              <a:lnSpc>
                <a:spcPct val="150000"/>
              </a:lnSpc>
              <a:buAutoNum type="arabicPeriod"/>
            </a:pPr>
            <a:r>
              <a:rPr lang="en-IN" sz="1600" dirty="0">
                <a:latin typeface="Times New Roman" panose="02020603050405020304" pitchFamily="18" charset="0"/>
                <a:cs typeface="Times New Roman" panose="02020603050405020304" pitchFamily="18" charset="0"/>
              </a:rPr>
              <a:t>Feedback &amp; Communication Module</a:t>
            </a:r>
            <a:endParaRPr lang="en-IN" sz="1600" dirty="0">
              <a:solidFill>
                <a:schemeClr val="tx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37904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5EB76-5DC4-A470-C0FF-EC4B55801D9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HARDWARE/SOFTWARE REQUIREMENTS</a:t>
            </a: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C4D5058F-0CA5-C445-96F0-F007F94FFDFF}"/>
              </a:ext>
            </a:extLst>
          </p:cNvPr>
          <p:cNvSpPr>
            <a:spLocks noGrp="1"/>
          </p:cNvSpPr>
          <p:nvPr>
            <p:ph type="body" idx="1"/>
          </p:nvPr>
        </p:nvSpPr>
        <p:spPr/>
        <p:txBody>
          <a:bodyPr>
            <a:normAutofit/>
          </a:bodyPr>
          <a:lstStyle/>
          <a:p>
            <a:r>
              <a:rPr lang="en-US" sz="2400" b="1" dirty="0">
                <a:latin typeface="Times New Roman" panose="02020603050405020304" pitchFamily="18" charset="0"/>
                <a:cs typeface="Times New Roman" panose="02020603050405020304" pitchFamily="18" charset="0"/>
              </a:rPr>
              <a:t>HARDWARE</a:t>
            </a:r>
            <a:endParaRPr lang="en-IN" sz="2400" b="1"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C70900B6-6ECD-DA4E-9AB5-532564EA45F2}"/>
              </a:ext>
            </a:extLst>
          </p:cNvPr>
          <p:cNvSpPr>
            <a:spLocks noGrp="1"/>
          </p:cNvSpPr>
          <p:nvPr>
            <p:ph sz="half" idx="2"/>
          </p:nvPr>
        </p:nvSpPr>
        <p:spPr/>
        <p:txBody>
          <a:bodyPr>
            <a:normAutofit/>
          </a:bodyPr>
          <a:lstStyle/>
          <a:p>
            <a:r>
              <a:rPr lang="en-US" sz="1800" b="1" dirty="0">
                <a:latin typeface="Times New Roman" panose="02020603050405020304" pitchFamily="18" charset="0"/>
                <a:ea typeface="Calibri" pitchFamily="34" charset="-122"/>
                <a:cs typeface="Times New Roman" panose="02020603050405020304" pitchFamily="18" charset="0"/>
              </a:rPr>
              <a:t>Processor :- </a:t>
            </a:r>
            <a:r>
              <a:rPr lang="en-US" sz="1800" dirty="0">
                <a:solidFill>
                  <a:srgbClr val="1E293B"/>
                </a:solidFill>
                <a:latin typeface="Times New Roman" panose="02020603050405020304" pitchFamily="18" charset="0"/>
                <a:ea typeface="Calibri" pitchFamily="34" charset="-122"/>
                <a:cs typeface="Times New Roman" panose="02020603050405020304" pitchFamily="18" charset="0"/>
              </a:rPr>
              <a:t>Intel Core i7 (13</a:t>
            </a:r>
            <a:r>
              <a:rPr lang="en-US" sz="1800" baseline="30000" dirty="0">
                <a:solidFill>
                  <a:srgbClr val="1E293B"/>
                </a:solidFill>
                <a:latin typeface="Times New Roman" panose="02020603050405020304" pitchFamily="18" charset="0"/>
                <a:ea typeface="Calibri" pitchFamily="34" charset="-122"/>
                <a:cs typeface="Times New Roman" panose="02020603050405020304" pitchFamily="18" charset="0"/>
              </a:rPr>
              <a:t>th</a:t>
            </a:r>
            <a:r>
              <a:rPr lang="en-US" sz="1800" dirty="0">
                <a:solidFill>
                  <a:srgbClr val="1E293B"/>
                </a:solidFill>
                <a:latin typeface="Times New Roman" panose="02020603050405020304" pitchFamily="18" charset="0"/>
                <a:ea typeface="Calibri" pitchFamily="34" charset="-122"/>
                <a:cs typeface="Times New Roman" panose="02020603050405020304" pitchFamily="18" charset="0"/>
              </a:rPr>
              <a:t> gen)</a:t>
            </a:r>
            <a:endParaRPr lang="en-US" sz="1800" dirty="0">
              <a:latin typeface="Times New Roman" panose="02020603050405020304" pitchFamily="18" charset="0"/>
              <a:cs typeface="Times New Roman" panose="02020603050405020304" pitchFamily="18" charset="0"/>
            </a:endParaRPr>
          </a:p>
          <a:p>
            <a:r>
              <a:rPr lang="en-IN" sz="1800" b="1" dirty="0">
                <a:latin typeface="Times New Roman" panose="02020603050405020304" pitchFamily="18" charset="0"/>
                <a:cs typeface="Times New Roman" panose="02020603050405020304" pitchFamily="18" charset="0"/>
              </a:rPr>
              <a:t>RAM:- </a:t>
            </a:r>
            <a:r>
              <a:rPr lang="en-IN" sz="1800" dirty="0">
                <a:latin typeface="Times New Roman" panose="02020603050405020304" pitchFamily="18" charset="0"/>
                <a:cs typeface="Times New Roman" panose="02020603050405020304" pitchFamily="18" charset="0"/>
              </a:rPr>
              <a:t>16GB</a:t>
            </a:r>
            <a:endParaRPr lang="en-US" sz="1800" dirty="0">
              <a:latin typeface="Times New Roman" panose="02020603050405020304" pitchFamily="18" charset="0"/>
              <a:cs typeface="Times New Roman" panose="02020603050405020304" pitchFamily="18" charset="0"/>
            </a:endParaRPr>
          </a:p>
          <a:p>
            <a:r>
              <a:rPr lang="en-IN" sz="1800" b="1" dirty="0">
                <a:latin typeface="Times New Roman" panose="02020603050405020304" pitchFamily="18" charset="0"/>
                <a:cs typeface="Times New Roman" panose="02020603050405020304" pitchFamily="18" charset="0"/>
              </a:rPr>
              <a:t>Storage:- </a:t>
            </a:r>
            <a:r>
              <a:rPr lang="en-US" sz="1800" dirty="0">
                <a:solidFill>
                  <a:srgbClr val="1E293B"/>
                </a:solidFill>
                <a:latin typeface="Times New Roman" panose="02020603050405020304" pitchFamily="18" charset="0"/>
                <a:ea typeface="Calibri" pitchFamily="34" charset="-122"/>
                <a:cs typeface="Times New Roman" panose="02020603050405020304" pitchFamily="18" charset="0"/>
              </a:rPr>
              <a:t>512 GB</a:t>
            </a:r>
          </a:p>
          <a:p>
            <a:endParaRPr lang="en-US" sz="1800" dirty="0">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9B26DCAF-A0A0-CAF7-EC86-CF7340538314}"/>
              </a:ext>
            </a:extLst>
          </p:cNvPr>
          <p:cNvSpPr>
            <a:spLocks noGrp="1"/>
          </p:cNvSpPr>
          <p:nvPr>
            <p:ph type="body" sz="quarter" idx="3"/>
          </p:nvPr>
        </p:nvSpPr>
        <p:spPr/>
        <p:txBody>
          <a:bodyPr>
            <a:normAutofit/>
          </a:bodyPr>
          <a:lstStyle/>
          <a:p>
            <a:r>
              <a:rPr lang="en-US" sz="2400" b="1" dirty="0">
                <a:latin typeface="Times New Roman" panose="02020603050405020304" pitchFamily="18" charset="0"/>
                <a:cs typeface="Times New Roman" panose="02020603050405020304" pitchFamily="18" charset="0"/>
              </a:rPr>
              <a:t>SOFTWARE</a:t>
            </a:r>
            <a:endParaRPr lang="en-IN" sz="2400" b="1"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C995EBBD-1B24-B481-6592-22FAAF237A20}"/>
              </a:ext>
            </a:extLst>
          </p:cNvPr>
          <p:cNvSpPr>
            <a:spLocks noGrp="1"/>
          </p:cNvSpPr>
          <p:nvPr>
            <p:ph sz="quarter" idx="4"/>
          </p:nvPr>
        </p:nvSpPr>
        <p:spPr>
          <a:xfrm>
            <a:off x="6339839" y="2438400"/>
            <a:ext cx="5538029" cy="3951288"/>
          </a:xfrm>
        </p:spPr>
        <p:txBody>
          <a:bodyPr>
            <a:normAutofit/>
          </a:bodyPr>
          <a:lstStyle/>
          <a:p>
            <a:r>
              <a:rPr lang="en-US" sz="1800" b="1" dirty="0">
                <a:latin typeface="Times New Roman" panose="02020603050405020304" pitchFamily="18" charset="0"/>
                <a:cs typeface="Times New Roman" panose="02020603050405020304" pitchFamily="18" charset="0"/>
              </a:rPr>
              <a:t>OS:- </a:t>
            </a:r>
            <a:r>
              <a:rPr lang="en-US" sz="1800" dirty="0">
                <a:solidFill>
                  <a:srgbClr val="1E293B"/>
                </a:solidFill>
                <a:latin typeface="Times New Roman" panose="02020603050405020304" pitchFamily="18" charset="0"/>
                <a:ea typeface="Calibri" pitchFamily="34" charset="-122"/>
                <a:cs typeface="Times New Roman" panose="02020603050405020304" pitchFamily="18" charset="0"/>
              </a:rPr>
              <a:t>Windows 11</a:t>
            </a:r>
          </a:p>
          <a:p>
            <a:endParaRPr lang="en-US" sz="1800" dirty="0">
              <a:latin typeface="Times New Roman" panose="02020603050405020304" pitchFamily="18" charset="0"/>
              <a:cs typeface="Times New Roman" panose="02020603050405020304" pitchFamily="18" charset="0"/>
            </a:endParaRPr>
          </a:p>
          <a:p>
            <a:r>
              <a:rPr lang="en-IN" sz="1800" b="1" dirty="0">
                <a:latin typeface="Times New Roman" panose="02020603050405020304" pitchFamily="18" charset="0"/>
                <a:cs typeface="Times New Roman" panose="02020603050405020304" pitchFamily="18" charset="0"/>
              </a:rPr>
              <a:t>Language:- </a:t>
            </a:r>
            <a:r>
              <a:rPr lang="en-US" sz="1800" dirty="0">
                <a:solidFill>
                  <a:srgbClr val="1E293B"/>
                </a:solidFill>
                <a:latin typeface="Times New Roman" panose="02020603050405020304" pitchFamily="18" charset="0"/>
                <a:ea typeface="Calibri" pitchFamily="34" charset="-122"/>
                <a:cs typeface="Times New Roman" panose="02020603050405020304" pitchFamily="18" charset="0"/>
              </a:rPr>
              <a:t>Python </a:t>
            </a:r>
          </a:p>
          <a:p>
            <a:endParaRPr lang="en-US" sz="1800" dirty="0">
              <a:latin typeface="Times New Roman" panose="02020603050405020304" pitchFamily="18" charset="0"/>
              <a:cs typeface="Times New Roman" panose="02020603050405020304" pitchFamily="18" charset="0"/>
            </a:endParaRPr>
          </a:p>
          <a:p>
            <a:r>
              <a:rPr lang="en-IN" sz="1800" b="1" dirty="0">
                <a:latin typeface="Times New Roman" panose="02020603050405020304" pitchFamily="18" charset="0"/>
                <a:cs typeface="Times New Roman" panose="02020603050405020304" pitchFamily="18" charset="0"/>
              </a:rPr>
              <a:t>IDE:- </a:t>
            </a:r>
            <a:r>
              <a:rPr lang="en-US" sz="1800" dirty="0">
                <a:solidFill>
                  <a:srgbClr val="1E293B"/>
                </a:solidFill>
                <a:latin typeface="Times New Roman" panose="02020603050405020304" pitchFamily="18" charset="0"/>
                <a:ea typeface="Calibri" pitchFamily="34" charset="-122"/>
                <a:cs typeface="Times New Roman" panose="02020603050405020304" pitchFamily="18" charset="0"/>
              </a:rPr>
              <a:t>VS Code </a:t>
            </a:r>
          </a:p>
          <a:p>
            <a:endParaRPr lang="en-US" sz="1800" dirty="0">
              <a:latin typeface="Times New Roman" panose="02020603050405020304" pitchFamily="18" charset="0"/>
              <a:cs typeface="Times New Roman" panose="02020603050405020304" pitchFamily="18" charset="0"/>
            </a:endParaRPr>
          </a:p>
          <a:p>
            <a:r>
              <a:rPr lang="en-IN" sz="1800" b="1" dirty="0">
                <a:latin typeface="Times New Roman" panose="02020603050405020304" pitchFamily="18" charset="0"/>
                <a:cs typeface="Times New Roman" panose="02020603050405020304" pitchFamily="18" charset="0"/>
              </a:rPr>
              <a:t>Libraries:- </a:t>
            </a:r>
            <a:r>
              <a:rPr lang="en-US" sz="1800" dirty="0">
                <a:solidFill>
                  <a:srgbClr val="1E293B"/>
                </a:solidFill>
                <a:latin typeface="Times New Roman" panose="02020603050405020304" pitchFamily="18" charset="0"/>
                <a:ea typeface="Calibri" pitchFamily="34" charset="-122"/>
                <a:cs typeface="Times New Roman" panose="02020603050405020304" pitchFamily="18" charset="0"/>
              </a:rPr>
              <a:t>NumPy, Pandas, Scikit-learn, Matplotlib, SVM, RFR</a:t>
            </a:r>
          </a:p>
          <a:p>
            <a:endParaRPr lang="en-US" sz="1800" dirty="0">
              <a:latin typeface="Times New Roman" panose="02020603050405020304" pitchFamily="18" charset="0"/>
              <a:cs typeface="Times New Roman" panose="02020603050405020304" pitchFamily="18" charset="0"/>
            </a:endParaRPr>
          </a:p>
          <a:p>
            <a:r>
              <a:rPr lang="en-IN" sz="1800" b="1" dirty="0">
                <a:latin typeface="Times New Roman" panose="02020603050405020304" pitchFamily="18" charset="0"/>
                <a:cs typeface="Times New Roman" panose="02020603050405020304" pitchFamily="18" charset="0"/>
              </a:rPr>
              <a:t>Framework:-</a:t>
            </a:r>
            <a:r>
              <a:rPr lang="en-US" sz="1800" b="1" dirty="0">
                <a:solidFill>
                  <a:srgbClr val="1E293B"/>
                </a:solidFill>
                <a:latin typeface="Times New Roman" panose="02020603050405020304" pitchFamily="18" charset="0"/>
                <a:ea typeface="Calibri" pitchFamily="34" charset="-122"/>
                <a:cs typeface="Times New Roman" panose="02020603050405020304" pitchFamily="18" charset="0"/>
              </a:rPr>
              <a:t> </a:t>
            </a:r>
            <a:r>
              <a:rPr lang="en-US" sz="1800" dirty="0" err="1">
                <a:solidFill>
                  <a:srgbClr val="1E293B"/>
                </a:solidFill>
                <a:latin typeface="Times New Roman" panose="02020603050405020304" pitchFamily="18" charset="0"/>
                <a:ea typeface="Calibri" pitchFamily="34" charset="-122"/>
                <a:cs typeface="Times New Roman" panose="02020603050405020304" pitchFamily="18" charset="0"/>
              </a:rPr>
              <a:t>Streamlit</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39332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09D54-E2AA-E91F-6244-2C9241141602}"/>
              </a:ext>
            </a:extLst>
          </p:cNvPr>
          <p:cNvSpPr>
            <a:spLocks noGrp="1"/>
          </p:cNvSpPr>
          <p:nvPr>
            <p:ph type="title"/>
          </p:nvPr>
        </p:nvSpPr>
        <p:spPr/>
        <p:txBody>
          <a:bodyPr>
            <a:normAutofit/>
          </a:bodyPr>
          <a:lstStyle/>
          <a:p>
            <a:r>
              <a:rPr lang="en-US" dirty="0"/>
              <a:t>Screenshots</a:t>
            </a:r>
            <a:endParaRPr lang="en-IN" dirty="0"/>
          </a:p>
        </p:txBody>
      </p:sp>
      <p:sp>
        <p:nvSpPr>
          <p:cNvPr id="3" name="Content Placeholder 2">
            <a:extLst>
              <a:ext uri="{FF2B5EF4-FFF2-40B4-BE49-F238E27FC236}">
                <a16:creationId xmlns:a16="http://schemas.microsoft.com/office/drawing/2014/main" id="{FDED7820-A89B-2530-CB39-B82167C26E91}"/>
              </a:ext>
            </a:extLst>
          </p:cNvPr>
          <p:cNvSpPr>
            <a:spLocks noGrp="1"/>
          </p:cNvSpPr>
          <p:nvPr>
            <p:ph idx="1"/>
          </p:nvPr>
        </p:nvSpPr>
        <p:spPr/>
        <p:txBody>
          <a:bodyPr/>
          <a:lstStyle/>
          <a:p>
            <a:pPr algn="ctr"/>
            <a:r>
              <a:rPr lang="en-US" dirty="0"/>
              <a:t>Dashboard Page</a:t>
            </a:r>
            <a:endParaRPr lang="en-IN" dirty="0"/>
          </a:p>
        </p:txBody>
      </p:sp>
      <p:pic>
        <p:nvPicPr>
          <p:cNvPr id="7" name="Picture 6">
            <a:extLst>
              <a:ext uri="{FF2B5EF4-FFF2-40B4-BE49-F238E27FC236}">
                <a16:creationId xmlns:a16="http://schemas.microsoft.com/office/drawing/2014/main" id="{B51303E8-3614-B8FA-2F1F-301AA8509E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61316"/>
            <a:ext cx="12192000" cy="4696684"/>
          </a:xfrm>
          <a:prstGeom prst="rect">
            <a:avLst/>
          </a:prstGeom>
        </p:spPr>
      </p:pic>
    </p:spTree>
    <p:extLst>
      <p:ext uri="{BB962C8B-B14F-4D97-AF65-F5344CB8AC3E}">
        <p14:creationId xmlns:p14="http://schemas.microsoft.com/office/powerpoint/2010/main" val="14959668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51732-3E32-C19A-7CF2-85D27DE8B6F0}"/>
              </a:ext>
            </a:extLst>
          </p:cNvPr>
          <p:cNvSpPr>
            <a:spLocks noGrp="1"/>
          </p:cNvSpPr>
          <p:nvPr>
            <p:ph type="title"/>
          </p:nvPr>
        </p:nvSpPr>
        <p:spPr/>
        <p:txBody>
          <a:bodyPr>
            <a:normAutofit/>
          </a:bodyPr>
          <a:lstStyle/>
          <a:p>
            <a:r>
              <a:rPr lang="en-US" sz="2600" dirty="0">
                <a:solidFill>
                  <a:schemeClr val="bg2">
                    <a:lumMod val="10000"/>
                  </a:schemeClr>
                </a:solidFill>
              </a:rPr>
              <a:t>Global Analysis</a:t>
            </a:r>
            <a:endParaRPr lang="en-IN" sz="2600" dirty="0">
              <a:solidFill>
                <a:schemeClr val="bg2">
                  <a:lumMod val="10000"/>
                </a:schemeClr>
              </a:solidFill>
            </a:endParaRPr>
          </a:p>
        </p:txBody>
      </p:sp>
      <p:pic>
        <p:nvPicPr>
          <p:cNvPr id="7" name="Content Placeholder 6">
            <a:extLst>
              <a:ext uri="{FF2B5EF4-FFF2-40B4-BE49-F238E27FC236}">
                <a16:creationId xmlns:a16="http://schemas.microsoft.com/office/drawing/2014/main" id="{86542B63-62C8-DC11-CE5F-6DC5AD58394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52213" y="1600200"/>
            <a:ext cx="10687574" cy="4876800"/>
          </a:xfrm>
          <a:prstGeom prst="rect">
            <a:avLst/>
          </a:prstGeom>
        </p:spPr>
      </p:pic>
    </p:spTree>
    <p:extLst>
      <p:ext uri="{BB962C8B-B14F-4D97-AF65-F5344CB8AC3E}">
        <p14:creationId xmlns:p14="http://schemas.microsoft.com/office/powerpoint/2010/main" val="30818681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EBCD8-273E-3F9C-3964-2194FC2CF3D4}"/>
              </a:ext>
            </a:extLst>
          </p:cNvPr>
          <p:cNvSpPr>
            <a:spLocks noGrp="1"/>
          </p:cNvSpPr>
          <p:nvPr>
            <p:ph type="title"/>
          </p:nvPr>
        </p:nvSpPr>
        <p:spPr/>
        <p:txBody>
          <a:bodyPr>
            <a:normAutofit/>
          </a:bodyPr>
          <a:lstStyle/>
          <a:p>
            <a:r>
              <a:rPr lang="en-US" sz="2600" dirty="0">
                <a:solidFill>
                  <a:schemeClr val="bg2">
                    <a:lumMod val="10000"/>
                  </a:schemeClr>
                </a:solidFill>
              </a:rPr>
              <a:t>Global Analysis</a:t>
            </a:r>
            <a:endParaRPr lang="en-IN" sz="2600" dirty="0"/>
          </a:p>
        </p:txBody>
      </p:sp>
      <p:pic>
        <p:nvPicPr>
          <p:cNvPr id="5" name="Content Placeholder 4">
            <a:extLst>
              <a:ext uri="{FF2B5EF4-FFF2-40B4-BE49-F238E27FC236}">
                <a16:creationId xmlns:a16="http://schemas.microsoft.com/office/drawing/2014/main" id="{CE240AC3-C51E-1452-6457-AD38E9A72FA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1" y="1600200"/>
            <a:ext cx="10972800" cy="4876800"/>
          </a:xfrm>
          <a:prstGeom prst="rect">
            <a:avLst/>
          </a:prstGeom>
        </p:spPr>
      </p:pic>
    </p:spTree>
    <p:extLst>
      <p:ext uri="{BB962C8B-B14F-4D97-AF65-F5344CB8AC3E}">
        <p14:creationId xmlns:p14="http://schemas.microsoft.com/office/powerpoint/2010/main" val="27783492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168F6-3756-5788-AD5F-1D0B9770CEAB}"/>
              </a:ext>
            </a:extLst>
          </p:cNvPr>
          <p:cNvSpPr>
            <a:spLocks noGrp="1"/>
          </p:cNvSpPr>
          <p:nvPr>
            <p:ph type="title"/>
          </p:nvPr>
        </p:nvSpPr>
        <p:spPr/>
        <p:txBody>
          <a:bodyPr>
            <a:normAutofit/>
          </a:bodyPr>
          <a:lstStyle/>
          <a:p>
            <a:r>
              <a:rPr lang="en-US" sz="2600" dirty="0">
                <a:solidFill>
                  <a:schemeClr val="bg2">
                    <a:lumMod val="10000"/>
                  </a:schemeClr>
                </a:solidFill>
              </a:rPr>
              <a:t>Specific Country Analysis</a:t>
            </a:r>
            <a:endParaRPr lang="en-IN" sz="2600" dirty="0">
              <a:solidFill>
                <a:schemeClr val="bg2">
                  <a:lumMod val="10000"/>
                </a:schemeClr>
              </a:solidFill>
            </a:endParaRPr>
          </a:p>
        </p:txBody>
      </p:sp>
      <p:pic>
        <p:nvPicPr>
          <p:cNvPr id="7" name="Content Placeholder 6">
            <a:extLst>
              <a:ext uri="{FF2B5EF4-FFF2-40B4-BE49-F238E27FC236}">
                <a16:creationId xmlns:a16="http://schemas.microsoft.com/office/drawing/2014/main" id="{D156D361-23F5-FA0F-1AA2-3AF2898F2CD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58681" y="1600200"/>
            <a:ext cx="10874638" cy="4876800"/>
          </a:xfrm>
          <a:prstGeom prst="rect">
            <a:avLst/>
          </a:prstGeom>
        </p:spPr>
      </p:pic>
    </p:spTree>
    <p:extLst>
      <p:ext uri="{BB962C8B-B14F-4D97-AF65-F5344CB8AC3E}">
        <p14:creationId xmlns:p14="http://schemas.microsoft.com/office/powerpoint/2010/main" val="5748394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AF5B4-6B74-5DB5-1B91-4D6EB7AE7A7D}"/>
              </a:ext>
            </a:extLst>
          </p:cNvPr>
          <p:cNvSpPr>
            <a:spLocks noGrp="1"/>
          </p:cNvSpPr>
          <p:nvPr>
            <p:ph type="title"/>
          </p:nvPr>
        </p:nvSpPr>
        <p:spPr/>
        <p:txBody>
          <a:bodyPr>
            <a:normAutofit/>
          </a:bodyPr>
          <a:lstStyle/>
          <a:p>
            <a:r>
              <a:rPr lang="en-US" sz="2600" dirty="0">
                <a:solidFill>
                  <a:schemeClr val="bg2">
                    <a:lumMod val="10000"/>
                  </a:schemeClr>
                </a:solidFill>
              </a:rPr>
              <a:t>Specific Country Analysis</a:t>
            </a:r>
            <a:endParaRPr lang="en-IN" sz="2600" dirty="0"/>
          </a:p>
        </p:txBody>
      </p:sp>
      <p:pic>
        <p:nvPicPr>
          <p:cNvPr id="5" name="Content Placeholder 4">
            <a:extLst>
              <a:ext uri="{FF2B5EF4-FFF2-40B4-BE49-F238E27FC236}">
                <a16:creationId xmlns:a16="http://schemas.microsoft.com/office/drawing/2014/main" id="{E7229D64-4E27-BC66-40FA-A67F628EA43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 y="1600200"/>
            <a:ext cx="10972800" cy="4876800"/>
          </a:xfrm>
          <a:prstGeom prst="rect">
            <a:avLst/>
          </a:prstGeom>
        </p:spPr>
      </p:pic>
    </p:spTree>
    <p:extLst>
      <p:ext uri="{BB962C8B-B14F-4D97-AF65-F5344CB8AC3E}">
        <p14:creationId xmlns:p14="http://schemas.microsoft.com/office/powerpoint/2010/main" val="41670629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B4784-A507-1AD4-D8AC-00653E0BBA18}"/>
              </a:ext>
            </a:extLst>
          </p:cNvPr>
          <p:cNvSpPr>
            <a:spLocks noGrp="1"/>
          </p:cNvSpPr>
          <p:nvPr>
            <p:ph type="title"/>
          </p:nvPr>
        </p:nvSpPr>
        <p:spPr/>
        <p:txBody>
          <a:bodyPr>
            <a:normAutofit/>
          </a:bodyPr>
          <a:lstStyle/>
          <a:p>
            <a:r>
              <a:rPr lang="en-US" sz="2400" dirty="0">
                <a:solidFill>
                  <a:schemeClr val="bg2">
                    <a:lumMod val="10000"/>
                  </a:schemeClr>
                </a:solidFill>
              </a:rPr>
              <a:t>Contact Page</a:t>
            </a:r>
            <a:endParaRPr lang="en-IN" sz="2400" dirty="0">
              <a:solidFill>
                <a:schemeClr val="bg2">
                  <a:lumMod val="10000"/>
                </a:schemeClr>
              </a:solidFill>
            </a:endParaRPr>
          </a:p>
        </p:txBody>
      </p:sp>
      <p:pic>
        <p:nvPicPr>
          <p:cNvPr id="7" name="Content Placeholder 6">
            <a:extLst>
              <a:ext uri="{FF2B5EF4-FFF2-40B4-BE49-F238E27FC236}">
                <a16:creationId xmlns:a16="http://schemas.microsoft.com/office/drawing/2014/main" id="{F51DD3F9-57EB-A8E7-7CAD-76B3AF2ACF3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 y="1600200"/>
            <a:ext cx="10972800" cy="4876800"/>
          </a:xfrm>
          <a:prstGeom prst="rect">
            <a:avLst/>
          </a:prstGeom>
        </p:spPr>
      </p:pic>
    </p:spTree>
    <p:extLst>
      <p:ext uri="{BB962C8B-B14F-4D97-AF65-F5344CB8AC3E}">
        <p14:creationId xmlns:p14="http://schemas.microsoft.com/office/powerpoint/2010/main" val="24871515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6E4CE-0690-9F45-FC2B-E975D18BF912}"/>
              </a:ext>
            </a:extLst>
          </p:cNvPr>
          <p:cNvSpPr>
            <a:spLocks noGrp="1"/>
          </p:cNvSpPr>
          <p:nvPr>
            <p:ph type="title"/>
          </p:nvPr>
        </p:nvSpPr>
        <p:spPr/>
        <p:txBody>
          <a:bodyPr>
            <a:normAutofit/>
          </a:bodyPr>
          <a:lstStyle/>
          <a:p>
            <a:r>
              <a:rPr lang="en-US" dirty="0"/>
              <a:t>Conclusion:</a:t>
            </a:r>
            <a:endParaRPr lang="en-IN" dirty="0"/>
          </a:p>
        </p:txBody>
      </p:sp>
      <p:sp>
        <p:nvSpPr>
          <p:cNvPr id="3" name="Content Placeholder 2">
            <a:extLst>
              <a:ext uri="{FF2B5EF4-FFF2-40B4-BE49-F238E27FC236}">
                <a16:creationId xmlns:a16="http://schemas.microsoft.com/office/drawing/2014/main" id="{ECA04C20-7964-EA35-4EBF-DAD15397C55A}"/>
              </a:ext>
            </a:extLst>
          </p:cNvPr>
          <p:cNvSpPr>
            <a:spLocks noGrp="1"/>
          </p:cNvSpPr>
          <p:nvPr>
            <p:ph idx="1"/>
          </p:nvPr>
        </p:nvSpPr>
        <p:spPr/>
        <p:txBody>
          <a:bodyPr>
            <a:normAutofit/>
          </a:bodyPr>
          <a:lstStyle/>
          <a:p>
            <a:pPr>
              <a:lnSpc>
                <a:spcPct val="150000"/>
              </a:lnSpc>
            </a:pPr>
            <a:r>
              <a:rPr lang="en-US" sz="1600" dirty="0">
                <a:latin typeface="Times New Roman" panose="02020603050405020304" pitchFamily="18" charset="0"/>
                <a:cs typeface="Times New Roman" panose="02020603050405020304" pitchFamily="18" charset="0"/>
              </a:rPr>
              <a:t>The findings of this project highlight that groundwater depletion is no longer a looming threat, but an accelerating global crisis. Based on the assessment of 32 countries between 1990 and 2023, aquifer levels have seen alarming declines exceeding 30%, particularly in highly vulnerable regions such as South Asia and the Middle East.</a:t>
            </a:r>
            <a:r>
              <a:rPr lang="en-US" sz="1600" dirty="0"/>
              <a:t> </a:t>
            </a:r>
            <a:r>
              <a:rPr lang="en-US" sz="1600" dirty="0">
                <a:latin typeface="Times New Roman" panose="02020603050405020304" pitchFamily="18" charset="0"/>
                <a:cs typeface="Times New Roman" panose="02020603050405020304" pitchFamily="18" charset="0"/>
              </a:rPr>
              <a:t>The data reveals an undeniable link between human activity and resource exhaustion, showing a strong negative correlation (r = -0.82) between water stress and groundwater levels, driven largely by population growth and agricultural demands.</a:t>
            </a:r>
          </a:p>
          <a:p>
            <a:pPr>
              <a:lnSpc>
                <a:spcPct val="150000"/>
              </a:lnSpc>
            </a:pPr>
            <a:r>
              <a:rPr lang="en-US" sz="1600" dirty="0">
                <a:latin typeface="Times New Roman" panose="02020603050405020304" pitchFamily="18" charset="0"/>
                <a:cs typeface="Times New Roman" panose="02020603050405020304" pitchFamily="18" charset="0"/>
              </a:rPr>
              <a:t>If current extraction rates continue, these heavily stressed regions are projected to reach critical, irreversible water scarcity within the next 20 years. However, the sustainable water management models of nations like Israel and Singapore prove that this crisis is preventable if governments adopt proactive, data-driven policies and strict extraction regulations.</a:t>
            </a:r>
          </a:p>
        </p:txBody>
      </p:sp>
    </p:spTree>
    <p:extLst>
      <p:ext uri="{BB962C8B-B14F-4D97-AF65-F5344CB8AC3E}">
        <p14:creationId xmlns:p14="http://schemas.microsoft.com/office/powerpoint/2010/main" val="23211974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6593E-9CCE-4C44-9E3C-FD98DFA0D334}"/>
              </a:ext>
            </a:extLst>
          </p:cNvPr>
          <p:cNvSpPr>
            <a:spLocks noGrp="1"/>
          </p:cNvSpPr>
          <p:nvPr>
            <p:ph type="title"/>
          </p:nvPr>
        </p:nvSpPr>
        <p:spPr>
          <a:xfrm>
            <a:off x="684212" y="275208"/>
            <a:ext cx="11140844" cy="6098959"/>
          </a:xfrm>
        </p:spPr>
        <p:txBody>
          <a:bodyPr>
            <a:normAutofit/>
          </a:bodyPr>
          <a:lstStyle/>
          <a:p>
            <a:pPr algn="ctr"/>
            <a:r>
              <a:rPr lang="en-US" sz="7200" b="1" dirty="0">
                <a:solidFill>
                  <a:srgbClr val="FF0000"/>
                </a:solidFill>
                <a:latin typeface="Times New Roman" panose="02020603050405020304" pitchFamily="18" charset="0"/>
                <a:cs typeface="Times New Roman" panose="02020603050405020304" pitchFamily="18" charset="0"/>
              </a:rPr>
              <a:t>THANK YOU</a:t>
            </a:r>
            <a:endParaRPr lang="en-IN" sz="72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291210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Clarity</Template>
  <TotalTime>546</TotalTime>
  <Words>943</Words>
  <Application>Microsoft Office PowerPoint</Application>
  <PresentationFormat>Widescreen</PresentationFormat>
  <Paragraphs>77</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Times New Roman</vt:lpstr>
      <vt:lpstr>Wingdings</vt:lpstr>
      <vt:lpstr>Clarity</vt:lpstr>
      <vt:lpstr>                                                                                                           Department of Computer Science &amp; Engineering                         Global Ground Water &amp; Water Stress Analysis                                                                                                                                                  Batch no. 02                                                                                                                                  1. 2411CS010039 – A. THWISHIKA                                                                                                                                   2. 2411CS010088 – B. TEJASWINI                                                                                                          3. 2411CS010142 – D. CHANDRA                                                                                                                                                 4. 2411CS010155 – E. AKSHAY KUMAR                                       Guide                Mrs. K. Manasa</vt:lpstr>
      <vt:lpstr>Table of Contents</vt:lpstr>
      <vt:lpstr>INTRODUCTION</vt:lpstr>
      <vt:lpstr>ABSTRACT</vt:lpstr>
      <vt:lpstr>Literature survey:</vt:lpstr>
      <vt:lpstr>Limitations of Existing Algorithms/Methodologies</vt:lpstr>
      <vt:lpstr>Proposed System</vt:lpstr>
      <vt:lpstr>System Architecture</vt:lpstr>
      <vt:lpstr>Data Flow Diagram</vt:lpstr>
      <vt:lpstr>Modules</vt:lpstr>
      <vt:lpstr>HARDWARE/SOFTWARE REQUIREMENTS</vt:lpstr>
      <vt:lpstr>Screenshots</vt:lpstr>
      <vt:lpstr>Global Analysis</vt:lpstr>
      <vt:lpstr>Global Analysis</vt:lpstr>
      <vt:lpstr>Specific Country Analysis</vt:lpstr>
      <vt:lpstr>Specific Country Analysis</vt:lpstr>
      <vt:lpstr>Contact Page</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TALLA PADMAVATHI COLLEGE OF Engineering                       SOMIDI, KAZIPET, WARANGAL.       Department of electronics and communication engineering   Research area : VLSI                             Specific area of research: LOW POWER VLSIDESIGN     Proposed title name of the project:                    AN APC-COM BASED LUT OPTIMIZATION FOR DSP APPLICATIONS                                                                                                                                                           Batch no.1                                                                                                                                                                  1. 18UC1A0420 (N.Sravani)                                                                                                                                                                  2.18UC1A0401 (A.Swapna)                                                                                                                                3.18UC1A0428 (T.Satvika)                                                                                                                                                               4.17UC1A0405(E.Mahesh)</dc:title>
  <dc:creator>sravani neelam</dc:creator>
  <cp:lastModifiedBy>Chandra Yadav</cp:lastModifiedBy>
  <cp:revision>44</cp:revision>
  <dcterms:created xsi:type="dcterms:W3CDTF">2021-11-21T08:56:41Z</dcterms:created>
  <dcterms:modified xsi:type="dcterms:W3CDTF">2026-04-02T02:26:06Z</dcterms:modified>
</cp:coreProperties>
</file>